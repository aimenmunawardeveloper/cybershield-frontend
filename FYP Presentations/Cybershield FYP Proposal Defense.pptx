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Alumni Sans Pinstripe"/>
      <p:regular r:id="rId31"/>
      <p:italic r:id="rId32"/>
    </p:embeddedFont>
    <p:embeddedFont>
      <p:font typeface="Proxima Nova"/>
      <p:regular r:id="rId33"/>
      <p:bold r:id="rId34"/>
      <p:italic r:id="rId35"/>
      <p:boldItalic r:id="rId36"/>
    </p:embeddedFont>
    <p:embeddedFont>
      <p:font typeface="Advent Pro Medium"/>
      <p:regular r:id="rId37"/>
      <p:bold r:id="rId38"/>
      <p:italic r:id="rId39"/>
      <p:boldItalic r:id="rId40"/>
    </p:embeddedFont>
    <p:embeddedFont>
      <p:font typeface="PT Sans"/>
      <p:regular r:id="rId41"/>
      <p:bold r:id="rId42"/>
      <p:italic r:id="rId43"/>
      <p:boldItalic r:id="rId44"/>
    </p:embeddedFont>
    <p:embeddedFont>
      <p:font typeface="Advent Pr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67A17E-5E63-4AC0-9AA1-A45D8A763A73}">
  <a:tblStyle styleId="{8067A17E-5E63-4AC0-9AA1-A45D8A763A7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dventProMedium-boldItalic.fntdata"/><Relationship Id="rId20" Type="http://schemas.openxmlformats.org/officeDocument/2006/relationships/slide" Target="slides/slide14.xml"/><Relationship Id="rId42" Type="http://schemas.openxmlformats.org/officeDocument/2006/relationships/font" Target="fonts/PTSans-bold.fntdata"/><Relationship Id="rId41" Type="http://schemas.openxmlformats.org/officeDocument/2006/relationships/font" Target="fonts/PTSans-regular.fntdata"/><Relationship Id="rId22" Type="http://schemas.openxmlformats.org/officeDocument/2006/relationships/slide" Target="slides/slide16.xml"/><Relationship Id="rId44" Type="http://schemas.openxmlformats.org/officeDocument/2006/relationships/font" Target="fonts/PTSans-boldItalic.fntdata"/><Relationship Id="rId21" Type="http://schemas.openxmlformats.org/officeDocument/2006/relationships/slide" Target="slides/slide15.xml"/><Relationship Id="rId43" Type="http://schemas.openxmlformats.org/officeDocument/2006/relationships/font" Target="fonts/PTSans-italic.fntdata"/><Relationship Id="rId24" Type="http://schemas.openxmlformats.org/officeDocument/2006/relationships/slide" Target="slides/slide18.xml"/><Relationship Id="rId46" Type="http://schemas.openxmlformats.org/officeDocument/2006/relationships/font" Target="fonts/AdventPro-bold.fntdata"/><Relationship Id="rId23" Type="http://schemas.openxmlformats.org/officeDocument/2006/relationships/slide" Target="slides/slide17.xml"/><Relationship Id="rId45" Type="http://schemas.openxmlformats.org/officeDocument/2006/relationships/font" Target="fonts/AdventPr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AdventPro-boldItalic.fntdata"/><Relationship Id="rId25" Type="http://schemas.openxmlformats.org/officeDocument/2006/relationships/slide" Target="slides/slide19.xml"/><Relationship Id="rId47" Type="http://schemas.openxmlformats.org/officeDocument/2006/relationships/font" Target="fonts/AdventPr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lumniSansPinstripe-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roximaNova-regular.fntdata"/><Relationship Id="rId10" Type="http://schemas.openxmlformats.org/officeDocument/2006/relationships/slide" Target="slides/slide4.xml"/><Relationship Id="rId32" Type="http://schemas.openxmlformats.org/officeDocument/2006/relationships/font" Target="fonts/AlumniSansPinstripe-italic.fntdata"/><Relationship Id="rId13" Type="http://schemas.openxmlformats.org/officeDocument/2006/relationships/slide" Target="slides/slide7.xml"/><Relationship Id="rId35" Type="http://schemas.openxmlformats.org/officeDocument/2006/relationships/font" Target="fonts/ProximaNova-italic.fntdata"/><Relationship Id="rId12" Type="http://schemas.openxmlformats.org/officeDocument/2006/relationships/slide" Target="slides/slide6.xml"/><Relationship Id="rId34" Type="http://schemas.openxmlformats.org/officeDocument/2006/relationships/font" Target="fonts/ProximaNova-bold.fntdata"/><Relationship Id="rId15" Type="http://schemas.openxmlformats.org/officeDocument/2006/relationships/slide" Target="slides/slide9.xml"/><Relationship Id="rId37" Type="http://schemas.openxmlformats.org/officeDocument/2006/relationships/font" Target="fonts/AdventProMedium-regular.fntdata"/><Relationship Id="rId14" Type="http://schemas.openxmlformats.org/officeDocument/2006/relationships/slide" Target="slides/slide8.xml"/><Relationship Id="rId36" Type="http://schemas.openxmlformats.org/officeDocument/2006/relationships/font" Target="fonts/ProximaNova-boldItalic.fntdata"/><Relationship Id="rId17" Type="http://schemas.openxmlformats.org/officeDocument/2006/relationships/slide" Target="slides/slide11.xml"/><Relationship Id="rId39" Type="http://schemas.openxmlformats.org/officeDocument/2006/relationships/font" Target="fonts/AdventProMedium-italic.fntdata"/><Relationship Id="rId16" Type="http://schemas.openxmlformats.org/officeDocument/2006/relationships/slide" Target="slides/slide10.xml"/><Relationship Id="rId38" Type="http://schemas.openxmlformats.org/officeDocument/2006/relationships/font" Target="fonts/AdventProMedium-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5" name="Shape 3085"/>
        <p:cNvGrpSpPr/>
        <p:nvPr/>
      </p:nvGrpSpPr>
      <p:grpSpPr>
        <a:xfrm>
          <a:off x="0" y="0"/>
          <a:ext cx="0" cy="0"/>
          <a:chOff x="0" y="0"/>
          <a:chExt cx="0" cy="0"/>
        </a:xfrm>
      </p:grpSpPr>
      <p:sp>
        <p:nvSpPr>
          <p:cNvPr id="3086" name="Google Shape;308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87" name="Google Shape;308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6" name="Shape 3156"/>
        <p:cNvGrpSpPr/>
        <p:nvPr/>
      </p:nvGrpSpPr>
      <p:grpSpPr>
        <a:xfrm>
          <a:off x="0" y="0"/>
          <a:ext cx="0" cy="0"/>
          <a:chOff x="0" y="0"/>
          <a:chExt cx="0" cy="0"/>
        </a:xfrm>
      </p:grpSpPr>
      <p:sp>
        <p:nvSpPr>
          <p:cNvPr id="3157" name="Google Shape;3157;g11bc263f502_0_2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8" name="Google Shape;3158;g11bc263f502_0_2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1" name="Shape 3331"/>
        <p:cNvGrpSpPr/>
        <p:nvPr/>
      </p:nvGrpSpPr>
      <p:grpSpPr>
        <a:xfrm>
          <a:off x="0" y="0"/>
          <a:ext cx="0" cy="0"/>
          <a:chOff x="0" y="0"/>
          <a:chExt cx="0" cy="0"/>
        </a:xfrm>
      </p:grpSpPr>
      <p:sp>
        <p:nvSpPr>
          <p:cNvPr id="3332" name="Google Shape;3332;g11bc263f50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3" name="Google Shape;3333;g11bc263f50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4" name="Shape 3354"/>
        <p:cNvGrpSpPr/>
        <p:nvPr/>
      </p:nvGrpSpPr>
      <p:grpSpPr>
        <a:xfrm>
          <a:off x="0" y="0"/>
          <a:ext cx="0" cy="0"/>
          <a:chOff x="0" y="0"/>
          <a:chExt cx="0" cy="0"/>
        </a:xfrm>
      </p:grpSpPr>
      <p:sp>
        <p:nvSpPr>
          <p:cNvPr id="3355" name="Google Shape;3355;g11bc263f502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6" name="Google Shape;3356;g11bc263f502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5" name="Shape 3455"/>
        <p:cNvGrpSpPr/>
        <p:nvPr/>
      </p:nvGrpSpPr>
      <p:grpSpPr>
        <a:xfrm>
          <a:off x="0" y="0"/>
          <a:ext cx="0" cy="0"/>
          <a:chOff x="0" y="0"/>
          <a:chExt cx="0" cy="0"/>
        </a:xfrm>
      </p:grpSpPr>
      <p:sp>
        <p:nvSpPr>
          <p:cNvPr id="3456" name="Google Shape;3456;g11bc263f502_0_2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7" name="Google Shape;3457;g11bc263f502_0_2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7" name="Shape 3507"/>
        <p:cNvGrpSpPr/>
        <p:nvPr/>
      </p:nvGrpSpPr>
      <p:grpSpPr>
        <a:xfrm>
          <a:off x="0" y="0"/>
          <a:ext cx="0" cy="0"/>
          <a:chOff x="0" y="0"/>
          <a:chExt cx="0" cy="0"/>
        </a:xfrm>
      </p:grpSpPr>
      <p:sp>
        <p:nvSpPr>
          <p:cNvPr id="3508" name="Google Shape;3508;g37a2db234c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9" name="Google Shape;3509;g37a2db234c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9" name="Shape 3519"/>
        <p:cNvGrpSpPr/>
        <p:nvPr/>
      </p:nvGrpSpPr>
      <p:grpSpPr>
        <a:xfrm>
          <a:off x="0" y="0"/>
          <a:ext cx="0" cy="0"/>
          <a:chOff x="0" y="0"/>
          <a:chExt cx="0" cy="0"/>
        </a:xfrm>
      </p:grpSpPr>
      <p:sp>
        <p:nvSpPr>
          <p:cNvPr id="3520" name="Google Shape;3520;g11bc263f502_0_2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1" name="Google Shape;3521;g11bc263f502_0_2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1" name="Shape 3531"/>
        <p:cNvGrpSpPr/>
        <p:nvPr/>
      </p:nvGrpSpPr>
      <p:grpSpPr>
        <a:xfrm>
          <a:off x="0" y="0"/>
          <a:ext cx="0" cy="0"/>
          <a:chOff x="0" y="0"/>
          <a:chExt cx="0" cy="0"/>
        </a:xfrm>
      </p:grpSpPr>
      <p:sp>
        <p:nvSpPr>
          <p:cNvPr id="3532" name="Google Shape;3532;g36553fc5b8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3" name="Google Shape;3533;g36553fc5b8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3" name="Shape 3543"/>
        <p:cNvGrpSpPr/>
        <p:nvPr/>
      </p:nvGrpSpPr>
      <p:grpSpPr>
        <a:xfrm>
          <a:off x="0" y="0"/>
          <a:ext cx="0" cy="0"/>
          <a:chOff x="0" y="0"/>
          <a:chExt cx="0" cy="0"/>
        </a:xfrm>
      </p:grpSpPr>
      <p:sp>
        <p:nvSpPr>
          <p:cNvPr id="3544" name="Google Shape;3544;g37a2db234c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5" name="Google Shape;3545;g37a2db234c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7" name="Shape 3557"/>
        <p:cNvGrpSpPr/>
        <p:nvPr/>
      </p:nvGrpSpPr>
      <p:grpSpPr>
        <a:xfrm>
          <a:off x="0" y="0"/>
          <a:ext cx="0" cy="0"/>
          <a:chOff x="0" y="0"/>
          <a:chExt cx="0" cy="0"/>
        </a:xfrm>
      </p:grpSpPr>
      <p:sp>
        <p:nvSpPr>
          <p:cNvPr id="3558" name="Google Shape;3558;g348b21b018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9" name="Google Shape;3559;g348b21b018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3" name="Shape 3613"/>
        <p:cNvGrpSpPr/>
        <p:nvPr/>
      </p:nvGrpSpPr>
      <p:grpSpPr>
        <a:xfrm>
          <a:off x="0" y="0"/>
          <a:ext cx="0" cy="0"/>
          <a:chOff x="0" y="0"/>
          <a:chExt cx="0" cy="0"/>
        </a:xfrm>
      </p:grpSpPr>
      <p:sp>
        <p:nvSpPr>
          <p:cNvPr id="3614" name="Google Shape;3614;g13ef048210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5" name="Google Shape;3615;g13ef048210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2" name="Shape 3632"/>
        <p:cNvGrpSpPr/>
        <p:nvPr/>
      </p:nvGrpSpPr>
      <p:grpSpPr>
        <a:xfrm>
          <a:off x="0" y="0"/>
          <a:ext cx="0" cy="0"/>
          <a:chOff x="0" y="0"/>
          <a:chExt cx="0" cy="0"/>
        </a:xfrm>
      </p:grpSpPr>
      <p:sp>
        <p:nvSpPr>
          <p:cNvPr id="3633" name="Google Shape;3633;g11bc263f502_0_2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4" name="Google Shape;3634;g11bc263f502_0_2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7" name="Shape 3677"/>
        <p:cNvGrpSpPr/>
        <p:nvPr/>
      </p:nvGrpSpPr>
      <p:grpSpPr>
        <a:xfrm>
          <a:off x="0" y="0"/>
          <a:ext cx="0" cy="0"/>
          <a:chOff x="0" y="0"/>
          <a:chExt cx="0" cy="0"/>
        </a:xfrm>
      </p:grpSpPr>
      <p:sp>
        <p:nvSpPr>
          <p:cNvPr id="3678" name="Google Shape;3678;g11bc263f502_0_2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9" name="Google Shape;3679;g11bc263f502_0_2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4" name="Shape 3734"/>
        <p:cNvGrpSpPr/>
        <p:nvPr/>
      </p:nvGrpSpPr>
      <p:grpSpPr>
        <a:xfrm>
          <a:off x="0" y="0"/>
          <a:ext cx="0" cy="0"/>
          <a:chOff x="0" y="0"/>
          <a:chExt cx="0" cy="0"/>
        </a:xfrm>
      </p:grpSpPr>
      <p:sp>
        <p:nvSpPr>
          <p:cNvPr id="3735" name="Google Shape;3735;g11bc263f502_0_2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6" name="Google Shape;3736;g11bc263f502_0_2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3" name="Shape 3753"/>
        <p:cNvGrpSpPr/>
        <p:nvPr/>
      </p:nvGrpSpPr>
      <p:grpSpPr>
        <a:xfrm>
          <a:off x="0" y="0"/>
          <a:ext cx="0" cy="0"/>
          <a:chOff x="0" y="0"/>
          <a:chExt cx="0" cy="0"/>
        </a:xfrm>
      </p:grpSpPr>
      <p:sp>
        <p:nvSpPr>
          <p:cNvPr id="3754" name="Google Shape;3754;g37a5b7ffc1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5" name="Google Shape;3755;g37a5b7ffc1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9" name="Shape 3809"/>
        <p:cNvGrpSpPr/>
        <p:nvPr/>
      </p:nvGrpSpPr>
      <p:grpSpPr>
        <a:xfrm>
          <a:off x="0" y="0"/>
          <a:ext cx="0" cy="0"/>
          <a:chOff x="0" y="0"/>
          <a:chExt cx="0" cy="0"/>
        </a:xfrm>
      </p:grpSpPr>
      <p:sp>
        <p:nvSpPr>
          <p:cNvPr id="3810" name="Google Shape;3810;g37ac016bcf2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1" name="Google Shape;3811;g37ac016bcf2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7" name="Shape 3827"/>
        <p:cNvGrpSpPr/>
        <p:nvPr/>
      </p:nvGrpSpPr>
      <p:grpSpPr>
        <a:xfrm>
          <a:off x="0" y="0"/>
          <a:ext cx="0" cy="0"/>
          <a:chOff x="0" y="0"/>
          <a:chExt cx="0" cy="0"/>
        </a:xfrm>
      </p:grpSpPr>
      <p:sp>
        <p:nvSpPr>
          <p:cNvPr id="3828" name="Google Shape;3828;g13ef048210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9" name="Google Shape;3829;g13ef048210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3" name="Shape 3833"/>
        <p:cNvGrpSpPr/>
        <p:nvPr/>
      </p:nvGrpSpPr>
      <p:grpSpPr>
        <a:xfrm>
          <a:off x="0" y="0"/>
          <a:ext cx="0" cy="0"/>
          <a:chOff x="0" y="0"/>
          <a:chExt cx="0" cy="0"/>
        </a:xfrm>
      </p:grpSpPr>
      <p:sp>
        <p:nvSpPr>
          <p:cNvPr id="3834" name="Google Shape;3834;g36553fc5b8e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5" name="Google Shape;3835;g36553fc5b8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9" name="Shape 3839"/>
        <p:cNvGrpSpPr/>
        <p:nvPr/>
      </p:nvGrpSpPr>
      <p:grpSpPr>
        <a:xfrm>
          <a:off x="0" y="0"/>
          <a:ext cx="0" cy="0"/>
          <a:chOff x="0" y="0"/>
          <a:chExt cx="0" cy="0"/>
        </a:xfrm>
      </p:grpSpPr>
      <p:sp>
        <p:nvSpPr>
          <p:cNvPr id="3840" name="Google Shape;3840;g12937d05419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1" name="Google Shape;3841;g12937d05419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5" name="Shape 3845"/>
        <p:cNvGrpSpPr/>
        <p:nvPr/>
      </p:nvGrpSpPr>
      <p:grpSpPr>
        <a:xfrm>
          <a:off x="0" y="0"/>
          <a:ext cx="0" cy="0"/>
          <a:chOff x="0" y="0"/>
          <a:chExt cx="0" cy="0"/>
        </a:xfrm>
      </p:grpSpPr>
      <p:sp>
        <p:nvSpPr>
          <p:cNvPr id="3846" name="Google Shape;3846;g11bc263f502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7" name="Google Shape;3847;g11bc263f502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4" name="Shape 3944"/>
        <p:cNvGrpSpPr/>
        <p:nvPr/>
      </p:nvGrpSpPr>
      <p:grpSpPr>
        <a:xfrm>
          <a:off x="0" y="0"/>
          <a:ext cx="0" cy="0"/>
          <a:chOff x="0" y="0"/>
          <a:chExt cx="0" cy="0"/>
        </a:xfrm>
      </p:grpSpPr>
      <p:sp>
        <p:nvSpPr>
          <p:cNvPr id="3945" name="Google Shape;3945;g36553fc5b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6" name="Google Shape;3946;g36553fc5b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1" name="Shape 3951"/>
        <p:cNvGrpSpPr/>
        <p:nvPr/>
      </p:nvGrpSpPr>
      <p:grpSpPr>
        <a:xfrm>
          <a:off x="0" y="0"/>
          <a:ext cx="0" cy="0"/>
          <a:chOff x="0" y="0"/>
          <a:chExt cx="0" cy="0"/>
        </a:xfrm>
      </p:grpSpPr>
      <p:sp>
        <p:nvSpPr>
          <p:cNvPr id="3952" name="Google Shape;3952;g36553fc5b8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3" name="Google Shape;3953;g36553fc5b8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8" name="Shape 3958"/>
        <p:cNvGrpSpPr/>
        <p:nvPr/>
      </p:nvGrpSpPr>
      <p:grpSpPr>
        <a:xfrm>
          <a:off x="0" y="0"/>
          <a:ext cx="0" cy="0"/>
          <a:chOff x="0" y="0"/>
          <a:chExt cx="0" cy="0"/>
        </a:xfrm>
      </p:grpSpPr>
      <p:sp>
        <p:nvSpPr>
          <p:cNvPr id="3959" name="Google Shape;3959;g11bc263f502_0_2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0" name="Google Shape;3960;g11bc263f502_0_2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5" name="Shape 4075"/>
        <p:cNvGrpSpPr/>
        <p:nvPr/>
      </p:nvGrpSpPr>
      <p:grpSpPr>
        <a:xfrm>
          <a:off x="0" y="0"/>
          <a:ext cx="0" cy="0"/>
          <a:chOff x="0" y="0"/>
          <a:chExt cx="0" cy="0"/>
        </a:xfrm>
      </p:grpSpPr>
      <p:sp>
        <p:nvSpPr>
          <p:cNvPr id="4076" name="Google Shape;4076;g201521fdfa8_2_13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7" name="Google Shape;4077;g201521fdfa8_2_13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6414771" y="4540255"/>
            <a:ext cx="2227588" cy="726522"/>
            <a:chOff x="5608450" y="1680311"/>
            <a:chExt cx="1039375" cy="338989"/>
          </a:xfrm>
        </p:grpSpPr>
        <p:sp>
          <p:nvSpPr>
            <p:cNvPr id="10" name="Google Shape;10;p2"/>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 name="Google Shape;46;p2"/>
          <p:cNvGrpSpPr/>
          <p:nvPr/>
        </p:nvGrpSpPr>
        <p:grpSpPr>
          <a:xfrm>
            <a:off x="146930" y="167266"/>
            <a:ext cx="2227589" cy="1527191"/>
            <a:chOff x="5519300" y="372750"/>
            <a:chExt cx="1039375" cy="712575"/>
          </a:xfrm>
        </p:grpSpPr>
        <p:sp>
          <p:nvSpPr>
            <p:cNvPr id="47" name="Google Shape;47;p2"/>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 name="Google Shape;114;p2"/>
          <p:cNvSpPr/>
          <p:nvPr/>
        </p:nvSpPr>
        <p:spPr>
          <a:xfrm>
            <a:off x="3498074" y="-725725"/>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818424" y="3693001"/>
            <a:ext cx="3129600" cy="3129600"/>
          </a:xfrm>
          <a:prstGeom prst="blockArc">
            <a:avLst>
              <a:gd fmla="val 10800000" name="adj1"/>
              <a:gd fmla="val 78601" name="adj2"/>
              <a:gd fmla="val 1628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rot="8403633">
            <a:off x="-1694052" y="-1802996"/>
            <a:ext cx="4684741" cy="4684741"/>
          </a:xfrm>
          <a:prstGeom prst="blockArc">
            <a:avLst>
              <a:gd fmla="val 10800000" name="adj1"/>
              <a:gd fmla="val 21552055" name="adj2"/>
              <a:gd fmla="val 1222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2"/>
          <p:cNvGrpSpPr/>
          <p:nvPr/>
        </p:nvGrpSpPr>
        <p:grpSpPr>
          <a:xfrm>
            <a:off x="7721255" y="539314"/>
            <a:ext cx="709249" cy="339196"/>
            <a:chOff x="5265975" y="1869575"/>
            <a:chExt cx="269400" cy="128825"/>
          </a:xfrm>
        </p:grpSpPr>
        <p:cxnSp>
          <p:nvCxnSpPr>
            <p:cNvPr id="118" name="Google Shape;118;p2"/>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2"/>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2"/>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2"/>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2"/>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
        <p:nvSpPr>
          <p:cNvPr id="123" name="Google Shape;123;p2"/>
          <p:cNvSpPr/>
          <p:nvPr/>
        </p:nvSpPr>
        <p:spPr>
          <a:xfrm>
            <a:off x="1925875" y="4140975"/>
            <a:ext cx="2168100" cy="2168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rot="-1855996">
            <a:off x="8430736" y="1382619"/>
            <a:ext cx="1934093" cy="193409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8581300" y="1240975"/>
            <a:ext cx="1278000" cy="1278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txBox="1"/>
          <p:nvPr>
            <p:ph type="ctrTitle"/>
          </p:nvPr>
        </p:nvSpPr>
        <p:spPr>
          <a:xfrm>
            <a:off x="3817063" y="1228288"/>
            <a:ext cx="4499400" cy="1824000"/>
          </a:xfrm>
          <a:prstGeom prst="rect">
            <a:avLst/>
          </a:prstGeom>
        </p:spPr>
        <p:txBody>
          <a:bodyPr anchorCtr="0" anchor="t" bIns="91425" lIns="91425" spcFirstLastPara="1" rIns="91425" wrap="square" tIns="91425">
            <a:noAutofit/>
          </a:bodyPr>
          <a:lstStyle>
            <a:lvl1pPr lvl="0" algn="r">
              <a:lnSpc>
                <a:spcPct val="75000"/>
              </a:lnSpc>
              <a:spcBef>
                <a:spcPts val="0"/>
              </a:spcBef>
              <a:spcAft>
                <a:spcPts val="0"/>
              </a:spcAft>
              <a:buSzPts val="5200"/>
              <a:buNone/>
              <a:defRPr sz="7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7" name="Google Shape;127;p2"/>
          <p:cNvSpPr txBox="1"/>
          <p:nvPr>
            <p:ph idx="1" type="subTitle"/>
          </p:nvPr>
        </p:nvSpPr>
        <p:spPr>
          <a:xfrm>
            <a:off x="6343500" y="3052300"/>
            <a:ext cx="1972800" cy="7389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8" name="Shape 128"/>
        <p:cNvGrpSpPr/>
        <p:nvPr/>
      </p:nvGrpSpPr>
      <p:grpSpPr>
        <a:xfrm>
          <a:off x="0" y="0"/>
          <a:ext cx="0" cy="0"/>
          <a:chOff x="0" y="0"/>
          <a:chExt cx="0" cy="0"/>
        </a:xfrm>
      </p:grpSpPr>
      <p:sp>
        <p:nvSpPr>
          <p:cNvPr id="129" name="Google Shape;129;p3"/>
          <p:cNvSpPr txBox="1"/>
          <p:nvPr>
            <p:ph type="title"/>
          </p:nvPr>
        </p:nvSpPr>
        <p:spPr>
          <a:xfrm>
            <a:off x="4228090" y="2680725"/>
            <a:ext cx="2762100" cy="923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0" name="Google Shape;130;p3"/>
          <p:cNvSpPr txBox="1"/>
          <p:nvPr>
            <p:ph hasCustomPrompt="1" idx="2" type="title"/>
          </p:nvPr>
        </p:nvSpPr>
        <p:spPr>
          <a:xfrm>
            <a:off x="2356910" y="3011350"/>
            <a:ext cx="1437600" cy="91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31" name="Google Shape;131;p3"/>
          <p:cNvSpPr txBox="1"/>
          <p:nvPr>
            <p:ph idx="1" type="subTitle"/>
          </p:nvPr>
        </p:nvSpPr>
        <p:spPr>
          <a:xfrm>
            <a:off x="4228073" y="3530819"/>
            <a:ext cx="27621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 name="Google Shape;132;p3"/>
          <p:cNvSpPr/>
          <p:nvPr/>
        </p:nvSpPr>
        <p:spPr>
          <a:xfrm rot="7304698">
            <a:off x="-784688" y="3074934"/>
            <a:ext cx="2252826" cy="2252826"/>
          </a:xfrm>
          <a:prstGeom prst="blockArc">
            <a:avLst>
              <a:gd fmla="val 674761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rot="-8399579">
            <a:off x="6604599" y="-1415011"/>
            <a:ext cx="3375739" cy="3375739"/>
          </a:xfrm>
          <a:prstGeom prst="blockArc">
            <a:avLst>
              <a:gd fmla="val 1080000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3"/>
          <p:cNvGrpSpPr/>
          <p:nvPr/>
        </p:nvGrpSpPr>
        <p:grpSpPr>
          <a:xfrm>
            <a:off x="7261903" y="658823"/>
            <a:ext cx="2227589" cy="726958"/>
            <a:chOff x="6972150" y="711750"/>
            <a:chExt cx="1039375" cy="339193"/>
          </a:xfrm>
        </p:grpSpPr>
        <p:sp>
          <p:nvSpPr>
            <p:cNvPr id="135" name="Google Shape;135;p3"/>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 name="Google Shape;167;p3"/>
          <p:cNvGrpSpPr/>
          <p:nvPr/>
        </p:nvGrpSpPr>
        <p:grpSpPr>
          <a:xfrm>
            <a:off x="-280170" y="-141409"/>
            <a:ext cx="2227589" cy="1527191"/>
            <a:chOff x="5519300" y="372750"/>
            <a:chExt cx="1039375" cy="712575"/>
          </a:xfrm>
        </p:grpSpPr>
        <p:sp>
          <p:nvSpPr>
            <p:cNvPr id="168" name="Google Shape;168;p3"/>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 name="Google Shape;235;p3"/>
          <p:cNvGrpSpPr/>
          <p:nvPr/>
        </p:nvGrpSpPr>
        <p:grpSpPr>
          <a:xfrm>
            <a:off x="-154771" y="4691203"/>
            <a:ext cx="2227588" cy="726522"/>
            <a:chOff x="3620725" y="372750"/>
            <a:chExt cx="1039375" cy="338989"/>
          </a:xfrm>
        </p:grpSpPr>
        <p:sp>
          <p:nvSpPr>
            <p:cNvPr id="236" name="Google Shape;236;p3"/>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3" name="Shape 273"/>
        <p:cNvGrpSpPr/>
        <p:nvPr/>
      </p:nvGrpSpPr>
      <p:grpSpPr>
        <a:xfrm>
          <a:off x="0" y="0"/>
          <a:ext cx="0" cy="0"/>
          <a:chOff x="0" y="0"/>
          <a:chExt cx="0" cy="0"/>
        </a:xfrm>
      </p:grpSpPr>
      <p:sp>
        <p:nvSpPr>
          <p:cNvPr id="274" name="Google Shape;274;p4"/>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75" name="Google Shape;275;p4"/>
          <p:cNvSpPr txBox="1"/>
          <p:nvPr>
            <p:ph idx="1" type="body"/>
          </p:nvPr>
        </p:nvSpPr>
        <p:spPr>
          <a:xfrm>
            <a:off x="713275" y="1152475"/>
            <a:ext cx="77175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grpSp>
        <p:nvGrpSpPr>
          <p:cNvPr id="276" name="Google Shape;276;p4"/>
          <p:cNvGrpSpPr/>
          <p:nvPr/>
        </p:nvGrpSpPr>
        <p:grpSpPr>
          <a:xfrm flipH="1" rot="-5400000">
            <a:off x="7821325" y="679905"/>
            <a:ext cx="2227588" cy="726522"/>
            <a:chOff x="3799000" y="1820400"/>
            <a:chExt cx="1039375" cy="338989"/>
          </a:xfrm>
        </p:grpSpPr>
        <p:sp>
          <p:nvSpPr>
            <p:cNvPr id="277" name="Google Shape;277;p4"/>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 name="Google Shape;312;p4"/>
          <p:cNvGrpSpPr/>
          <p:nvPr/>
        </p:nvGrpSpPr>
        <p:grpSpPr>
          <a:xfrm flipH="1">
            <a:off x="-1654513" y="2869728"/>
            <a:ext cx="2227589" cy="1527191"/>
            <a:chOff x="5519300" y="372750"/>
            <a:chExt cx="1039375" cy="712575"/>
          </a:xfrm>
        </p:grpSpPr>
        <p:sp>
          <p:nvSpPr>
            <p:cNvPr id="313" name="Google Shape;313;p4"/>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 name="Google Shape;380;p4"/>
          <p:cNvSpPr/>
          <p:nvPr/>
        </p:nvSpPr>
        <p:spPr>
          <a:xfrm flipH="1" rot="899876">
            <a:off x="-1364959" y="4184160"/>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
          <p:cNvSpPr/>
          <p:nvPr/>
        </p:nvSpPr>
        <p:spPr>
          <a:xfrm flipH="1">
            <a:off x="-850779" y="4573892"/>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
          <p:cNvSpPr/>
          <p:nvPr/>
        </p:nvSpPr>
        <p:spPr>
          <a:xfrm>
            <a:off x="8681330" y="1443900"/>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
          <p:cNvSpPr/>
          <p:nvPr/>
        </p:nvSpPr>
        <p:spPr>
          <a:xfrm>
            <a:off x="8776832" y="1556676"/>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
          <p:cNvSpPr/>
          <p:nvPr/>
        </p:nvSpPr>
        <p:spPr>
          <a:xfrm flipH="1" rot="3508339">
            <a:off x="-1727887" y="-2075610"/>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5" name="Shape 385"/>
        <p:cNvGrpSpPr/>
        <p:nvPr/>
      </p:nvGrpSpPr>
      <p:grpSpPr>
        <a:xfrm>
          <a:off x="0" y="0"/>
          <a:ext cx="0" cy="0"/>
          <a:chOff x="0" y="0"/>
          <a:chExt cx="0" cy="0"/>
        </a:xfrm>
      </p:grpSpPr>
      <p:sp>
        <p:nvSpPr>
          <p:cNvPr id="386" name="Google Shape;386;p5"/>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87" name="Google Shape;387;p5"/>
          <p:cNvSpPr txBox="1"/>
          <p:nvPr>
            <p:ph idx="2" type="title"/>
          </p:nvPr>
        </p:nvSpPr>
        <p:spPr>
          <a:xfrm>
            <a:off x="1762697" y="2785700"/>
            <a:ext cx="23043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88" name="Google Shape;388;p5"/>
          <p:cNvSpPr txBox="1"/>
          <p:nvPr>
            <p:ph idx="1" type="subTitle"/>
          </p:nvPr>
        </p:nvSpPr>
        <p:spPr>
          <a:xfrm>
            <a:off x="1764947" y="3215250"/>
            <a:ext cx="2299800" cy="10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9" name="Google Shape;389;p5"/>
          <p:cNvSpPr txBox="1"/>
          <p:nvPr>
            <p:ph idx="3" type="title"/>
          </p:nvPr>
        </p:nvSpPr>
        <p:spPr>
          <a:xfrm>
            <a:off x="5077003" y="2785700"/>
            <a:ext cx="23043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90" name="Google Shape;390;p5"/>
          <p:cNvSpPr txBox="1"/>
          <p:nvPr>
            <p:ph idx="4" type="subTitle"/>
          </p:nvPr>
        </p:nvSpPr>
        <p:spPr>
          <a:xfrm>
            <a:off x="5079253" y="3215250"/>
            <a:ext cx="2299800" cy="10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91" name="Google Shape;391;p5"/>
          <p:cNvGrpSpPr/>
          <p:nvPr/>
        </p:nvGrpSpPr>
        <p:grpSpPr>
          <a:xfrm rot="5400000">
            <a:off x="-809808" y="679905"/>
            <a:ext cx="2227588" cy="726522"/>
            <a:chOff x="3799000" y="1820400"/>
            <a:chExt cx="1039375" cy="338989"/>
          </a:xfrm>
        </p:grpSpPr>
        <p:sp>
          <p:nvSpPr>
            <p:cNvPr id="392" name="Google Shape;392;p5"/>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5"/>
          <p:cNvGrpSpPr/>
          <p:nvPr/>
        </p:nvGrpSpPr>
        <p:grpSpPr>
          <a:xfrm>
            <a:off x="8402730" y="2587316"/>
            <a:ext cx="2227589" cy="1527191"/>
            <a:chOff x="5519300" y="372750"/>
            <a:chExt cx="1039375" cy="712575"/>
          </a:xfrm>
        </p:grpSpPr>
        <p:sp>
          <p:nvSpPr>
            <p:cNvPr id="428" name="Google Shape;428;p5"/>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5"/>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5" name="Google Shape;495;p5"/>
          <p:cNvSpPr/>
          <p:nvPr/>
        </p:nvSpPr>
        <p:spPr>
          <a:xfrm rot="-899876">
            <a:off x="8160183" y="3901748"/>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
          <p:cNvSpPr/>
          <p:nvPr/>
        </p:nvSpPr>
        <p:spPr>
          <a:xfrm>
            <a:off x="8167884" y="4291480"/>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
          <p:cNvSpPr/>
          <p:nvPr/>
        </p:nvSpPr>
        <p:spPr>
          <a:xfrm flipH="1">
            <a:off x="-1514400" y="959725"/>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
          <p:cNvSpPr/>
          <p:nvPr/>
        </p:nvSpPr>
        <p:spPr>
          <a:xfrm flipH="1">
            <a:off x="-897702" y="1072501"/>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9" name="Google Shape;499;p5"/>
          <p:cNvPicPr preferRelativeResize="0"/>
          <p:nvPr/>
        </p:nvPicPr>
        <p:blipFill>
          <a:blip r:embed="rId2">
            <a:alphaModFix/>
          </a:blip>
          <a:stretch>
            <a:fillRect/>
          </a:stretch>
        </p:blipFill>
        <p:spPr>
          <a:xfrm>
            <a:off x="8449074" y="3095000"/>
            <a:ext cx="1096325" cy="786076"/>
          </a:xfrm>
          <a:prstGeom prst="rect">
            <a:avLst/>
          </a:prstGeom>
          <a:noFill/>
          <a:ln>
            <a:noFill/>
          </a:ln>
        </p:spPr>
      </p:pic>
      <p:sp>
        <p:nvSpPr>
          <p:cNvPr id="500" name="Google Shape;500;p5"/>
          <p:cNvSpPr/>
          <p:nvPr/>
        </p:nvSpPr>
        <p:spPr>
          <a:xfrm rot="-3508339">
            <a:off x="7349568" y="-1357485"/>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1" name="Shape 501"/>
        <p:cNvGrpSpPr/>
        <p:nvPr/>
      </p:nvGrpSpPr>
      <p:grpSpPr>
        <a:xfrm>
          <a:off x="0" y="0"/>
          <a:ext cx="0" cy="0"/>
          <a:chOff x="0" y="0"/>
          <a:chExt cx="0" cy="0"/>
        </a:xfrm>
      </p:grpSpPr>
      <p:sp>
        <p:nvSpPr>
          <p:cNvPr id="502" name="Google Shape;502;p6"/>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503" name="Google Shape;503;p6"/>
          <p:cNvGrpSpPr/>
          <p:nvPr/>
        </p:nvGrpSpPr>
        <p:grpSpPr>
          <a:xfrm>
            <a:off x="8719456" y="513232"/>
            <a:ext cx="326167" cy="2227568"/>
            <a:chOff x="8577956" y="1596694"/>
            <a:chExt cx="326167" cy="2227568"/>
          </a:xfrm>
        </p:grpSpPr>
        <p:sp>
          <p:nvSpPr>
            <p:cNvPr id="504" name="Google Shape;504;p6"/>
            <p:cNvSpPr/>
            <p:nvPr/>
          </p:nvSpPr>
          <p:spPr>
            <a:xfrm rot="5400000">
              <a:off x="8778124" y="369826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
            <p:cNvSpPr/>
            <p:nvPr/>
          </p:nvSpPr>
          <p:spPr>
            <a:xfrm rot="5400000">
              <a:off x="8577956" y="369826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
            <p:cNvSpPr/>
            <p:nvPr/>
          </p:nvSpPr>
          <p:spPr>
            <a:xfrm rot="5400000">
              <a:off x="8778124" y="331615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
            <p:cNvSpPr/>
            <p:nvPr/>
          </p:nvSpPr>
          <p:spPr>
            <a:xfrm rot="5400000">
              <a:off x="8577956" y="331615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
            <p:cNvSpPr/>
            <p:nvPr/>
          </p:nvSpPr>
          <p:spPr>
            <a:xfrm rot="5400000">
              <a:off x="8778124" y="293405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
            <p:cNvSpPr/>
            <p:nvPr/>
          </p:nvSpPr>
          <p:spPr>
            <a:xfrm rot="5400000">
              <a:off x="8577956" y="293405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
            <p:cNvSpPr/>
            <p:nvPr/>
          </p:nvSpPr>
          <p:spPr>
            <a:xfrm rot="5400000">
              <a:off x="8778124" y="312510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
            <p:cNvSpPr/>
            <p:nvPr/>
          </p:nvSpPr>
          <p:spPr>
            <a:xfrm rot="5400000">
              <a:off x="8778124" y="274300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
            <p:cNvSpPr/>
            <p:nvPr/>
          </p:nvSpPr>
          <p:spPr>
            <a:xfrm rot="5400000">
              <a:off x="8577956" y="274300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
            <p:cNvSpPr/>
            <p:nvPr/>
          </p:nvSpPr>
          <p:spPr>
            <a:xfrm rot="5400000">
              <a:off x="8778124" y="25519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
            <p:cNvSpPr/>
            <p:nvPr/>
          </p:nvSpPr>
          <p:spPr>
            <a:xfrm rot="5400000">
              <a:off x="8778124" y="216984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
            <p:cNvSpPr/>
            <p:nvPr/>
          </p:nvSpPr>
          <p:spPr>
            <a:xfrm rot="5400000">
              <a:off x="8577956" y="178774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
            <p:cNvSpPr/>
            <p:nvPr/>
          </p:nvSpPr>
          <p:spPr>
            <a:xfrm rot="5400000">
              <a:off x="8778124" y="19787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
            <p:cNvSpPr/>
            <p:nvPr/>
          </p:nvSpPr>
          <p:spPr>
            <a:xfrm rot="5400000">
              <a:off x="8577956" y="19787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
            <p:cNvSpPr/>
            <p:nvPr/>
          </p:nvSpPr>
          <p:spPr>
            <a:xfrm rot="5400000">
              <a:off x="8778124" y="159669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
            <p:cNvSpPr/>
            <p:nvPr/>
          </p:nvSpPr>
          <p:spPr>
            <a:xfrm rot="5400000">
              <a:off x="8577956" y="159669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 name="Google Shape;520;p6"/>
          <p:cNvGrpSpPr/>
          <p:nvPr/>
        </p:nvGrpSpPr>
        <p:grpSpPr>
          <a:xfrm rot="-5400000">
            <a:off x="-996100" y="4015385"/>
            <a:ext cx="2227588" cy="726522"/>
            <a:chOff x="3620725" y="372750"/>
            <a:chExt cx="1039375" cy="338989"/>
          </a:xfrm>
        </p:grpSpPr>
        <p:sp>
          <p:nvSpPr>
            <p:cNvPr id="521" name="Google Shape;521;p6"/>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6"/>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6"/>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 name="Google Shape;558;p6"/>
          <p:cNvSpPr/>
          <p:nvPr/>
        </p:nvSpPr>
        <p:spPr>
          <a:xfrm flipH="1" rot="1856158">
            <a:off x="-1167632" y="617942"/>
            <a:ext cx="1697013" cy="169701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
          <p:cNvSpPr/>
          <p:nvPr/>
        </p:nvSpPr>
        <p:spPr>
          <a:xfrm>
            <a:off x="-456125" y="958975"/>
            <a:ext cx="960900" cy="960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
          <p:cNvSpPr/>
          <p:nvPr/>
        </p:nvSpPr>
        <p:spPr>
          <a:xfrm flipH="1" rot="-5400000">
            <a:off x="5404994" y="4756332"/>
            <a:ext cx="1172100" cy="1172100"/>
          </a:xfrm>
          <a:prstGeom prst="blockArc">
            <a:avLst>
              <a:gd fmla="val 4205957" name="adj1"/>
              <a:gd fmla="val 17987083" name="adj2"/>
              <a:gd fmla="val 3023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
          <p:cNvSpPr/>
          <p:nvPr/>
        </p:nvSpPr>
        <p:spPr>
          <a:xfrm>
            <a:off x="5451975" y="4826875"/>
            <a:ext cx="837300" cy="83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2" name="Shape 562"/>
        <p:cNvGrpSpPr/>
        <p:nvPr/>
      </p:nvGrpSpPr>
      <p:grpSpPr>
        <a:xfrm>
          <a:off x="0" y="0"/>
          <a:ext cx="0" cy="0"/>
          <a:chOff x="0" y="0"/>
          <a:chExt cx="0" cy="0"/>
        </a:xfrm>
      </p:grpSpPr>
      <p:sp>
        <p:nvSpPr>
          <p:cNvPr id="563" name="Google Shape;563;p7"/>
          <p:cNvSpPr txBox="1"/>
          <p:nvPr>
            <p:ph type="title"/>
          </p:nvPr>
        </p:nvSpPr>
        <p:spPr>
          <a:xfrm>
            <a:off x="1121150" y="1116775"/>
            <a:ext cx="38079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564" name="Google Shape;564;p7"/>
          <p:cNvSpPr txBox="1"/>
          <p:nvPr>
            <p:ph idx="1" type="body"/>
          </p:nvPr>
        </p:nvSpPr>
        <p:spPr>
          <a:xfrm>
            <a:off x="1121150" y="1923119"/>
            <a:ext cx="3807900" cy="21036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Open Sans Medium"/>
              <a:buChar char="●"/>
              <a:defRPr/>
            </a:lvl1pPr>
            <a:lvl2pPr indent="-317500" lvl="1" marL="914400" rtl="0">
              <a:spcBef>
                <a:spcPts val="0"/>
              </a:spcBef>
              <a:spcAft>
                <a:spcPts val="0"/>
              </a:spcAft>
              <a:buSzPts val="1400"/>
              <a:buFont typeface="Open Sans Medium"/>
              <a:buChar char="○"/>
              <a:defRPr/>
            </a:lvl2pPr>
            <a:lvl3pPr indent="-317500" lvl="2" marL="1371600" rtl="0">
              <a:spcBef>
                <a:spcPts val="0"/>
              </a:spcBef>
              <a:spcAft>
                <a:spcPts val="0"/>
              </a:spcAft>
              <a:buSzPts val="1400"/>
              <a:buFont typeface="Open Sans Medium"/>
              <a:buChar char="■"/>
              <a:defRPr/>
            </a:lvl3pPr>
            <a:lvl4pPr indent="-317500" lvl="3" marL="1828800" rtl="0">
              <a:spcBef>
                <a:spcPts val="0"/>
              </a:spcBef>
              <a:spcAft>
                <a:spcPts val="0"/>
              </a:spcAft>
              <a:buSzPts val="1400"/>
              <a:buFont typeface="Open Sans Medium"/>
              <a:buChar char="●"/>
              <a:defRPr/>
            </a:lvl4pPr>
            <a:lvl5pPr indent="-317500" lvl="4" marL="2286000" rtl="0">
              <a:spcBef>
                <a:spcPts val="0"/>
              </a:spcBef>
              <a:spcAft>
                <a:spcPts val="0"/>
              </a:spcAft>
              <a:buSzPts val="1400"/>
              <a:buFont typeface="Open Sans Medium"/>
              <a:buChar char="○"/>
              <a:defRPr/>
            </a:lvl5pPr>
            <a:lvl6pPr indent="-317500" lvl="5" marL="2743200" rtl="0">
              <a:spcBef>
                <a:spcPts val="0"/>
              </a:spcBef>
              <a:spcAft>
                <a:spcPts val="0"/>
              </a:spcAft>
              <a:buSzPts val="1400"/>
              <a:buFont typeface="Open Sans Medium"/>
              <a:buChar char="■"/>
              <a:defRPr/>
            </a:lvl6pPr>
            <a:lvl7pPr indent="-317500" lvl="6" marL="3200400" rtl="0">
              <a:spcBef>
                <a:spcPts val="0"/>
              </a:spcBef>
              <a:spcAft>
                <a:spcPts val="0"/>
              </a:spcAft>
              <a:buSzPts val="1400"/>
              <a:buFont typeface="Open Sans Medium"/>
              <a:buChar char="●"/>
              <a:defRPr/>
            </a:lvl7pPr>
            <a:lvl8pPr indent="-317500" lvl="7" marL="3657600" rtl="0">
              <a:spcBef>
                <a:spcPts val="0"/>
              </a:spcBef>
              <a:spcAft>
                <a:spcPts val="0"/>
              </a:spcAft>
              <a:buSzPts val="1400"/>
              <a:buFont typeface="Open Sans Medium"/>
              <a:buChar char="○"/>
              <a:defRPr/>
            </a:lvl8pPr>
            <a:lvl9pPr indent="-317500" lvl="8" marL="4114800" rtl="0">
              <a:spcBef>
                <a:spcPts val="0"/>
              </a:spcBef>
              <a:spcAft>
                <a:spcPts val="0"/>
              </a:spcAft>
              <a:buSzPts val="1400"/>
              <a:buFont typeface="Open Sans Medium"/>
              <a:buChar char="■"/>
              <a:defRPr/>
            </a:lvl9pPr>
          </a:lstStyle>
          <a:p/>
        </p:txBody>
      </p:sp>
      <p:sp>
        <p:nvSpPr>
          <p:cNvPr id="565" name="Google Shape;565;p7"/>
          <p:cNvSpPr/>
          <p:nvPr/>
        </p:nvSpPr>
        <p:spPr>
          <a:xfrm rot="-8909883">
            <a:off x="7380555" y="-922593"/>
            <a:ext cx="2453841" cy="2453841"/>
          </a:xfrm>
          <a:prstGeom prst="blockArc">
            <a:avLst>
              <a:gd fmla="val 10800000" name="adj1"/>
              <a:gd fmla="val 567723" name="adj2"/>
              <a:gd fmla="val 1141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7130050" y="-541850"/>
            <a:ext cx="1759500" cy="175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7"/>
          <p:cNvGrpSpPr/>
          <p:nvPr/>
        </p:nvGrpSpPr>
        <p:grpSpPr>
          <a:xfrm flipH="1">
            <a:off x="6696355" y="334491"/>
            <a:ext cx="2227589" cy="1527191"/>
            <a:chOff x="5519300" y="372750"/>
            <a:chExt cx="1039375" cy="712575"/>
          </a:xfrm>
        </p:grpSpPr>
        <p:sp>
          <p:nvSpPr>
            <p:cNvPr id="568" name="Google Shape;568;p7"/>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7"/>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7"/>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7"/>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7"/>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7"/>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7"/>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7"/>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7"/>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7"/>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7"/>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7"/>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7"/>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7"/>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7"/>
          <p:cNvGrpSpPr/>
          <p:nvPr/>
        </p:nvGrpSpPr>
        <p:grpSpPr>
          <a:xfrm>
            <a:off x="107678" y="-187590"/>
            <a:ext cx="2227589" cy="726958"/>
            <a:chOff x="6972150" y="711750"/>
            <a:chExt cx="1039375" cy="339193"/>
          </a:xfrm>
        </p:grpSpPr>
        <p:sp>
          <p:nvSpPr>
            <p:cNvPr id="636" name="Google Shape;636;p7"/>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7"/>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7"/>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7"/>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7"/>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7"/>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7"/>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7"/>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7"/>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7"/>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7"/>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7"/>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7"/>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7"/>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7"/>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7"/>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7"/>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7"/>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7"/>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7"/>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7"/>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 name="Google Shape;668;p7"/>
          <p:cNvSpPr/>
          <p:nvPr/>
        </p:nvSpPr>
        <p:spPr>
          <a:xfrm>
            <a:off x="-624140" y="-419150"/>
            <a:ext cx="15270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
          <p:cNvSpPr/>
          <p:nvPr/>
        </p:nvSpPr>
        <p:spPr>
          <a:xfrm rot="372611">
            <a:off x="5475589" y="4165080"/>
            <a:ext cx="2204738" cy="2204738"/>
          </a:xfrm>
          <a:prstGeom prst="blockArc">
            <a:avLst>
              <a:gd fmla="val 9398892" name="adj1"/>
              <a:gd fmla="val 534609" name="adj2"/>
              <a:gd fmla="val 1967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7"/>
          <p:cNvGrpSpPr/>
          <p:nvPr/>
        </p:nvGrpSpPr>
        <p:grpSpPr>
          <a:xfrm>
            <a:off x="5832004" y="3999491"/>
            <a:ext cx="2227588" cy="726522"/>
            <a:chOff x="3620725" y="372750"/>
            <a:chExt cx="1039375" cy="338989"/>
          </a:xfrm>
        </p:grpSpPr>
        <p:sp>
          <p:nvSpPr>
            <p:cNvPr id="671" name="Google Shape;671;p7"/>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7"/>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7"/>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7"/>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7"/>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7"/>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7"/>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8" name="Shape 708"/>
        <p:cNvGrpSpPr/>
        <p:nvPr/>
      </p:nvGrpSpPr>
      <p:grpSpPr>
        <a:xfrm>
          <a:off x="0" y="0"/>
          <a:ext cx="0" cy="0"/>
          <a:chOff x="0" y="0"/>
          <a:chExt cx="0" cy="0"/>
        </a:xfrm>
      </p:grpSpPr>
      <p:sp>
        <p:nvSpPr>
          <p:cNvPr id="709" name="Google Shape;709;p8"/>
          <p:cNvSpPr txBox="1"/>
          <p:nvPr>
            <p:ph type="title"/>
          </p:nvPr>
        </p:nvSpPr>
        <p:spPr>
          <a:xfrm>
            <a:off x="4301775" y="1027300"/>
            <a:ext cx="4146600" cy="3088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10" name="Google Shape;710;p8"/>
          <p:cNvSpPr/>
          <p:nvPr/>
        </p:nvSpPr>
        <p:spPr>
          <a:xfrm>
            <a:off x="-665963" y="607925"/>
            <a:ext cx="2227500" cy="2228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8"/>
          <p:cNvSpPr/>
          <p:nvPr/>
        </p:nvSpPr>
        <p:spPr>
          <a:xfrm flipH="1">
            <a:off x="-3273950" y="1027301"/>
            <a:ext cx="5927400" cy="5927400"/>
          </a:xfrm>
          <a:prstGeom prst="blockArc">
            <a:avLst>
              <a:gd fmla="val 8972311" name="adj1"/>
              <a:gd fmla="val 16732630" name="adj2"/>
              <a:gd fmla="val 912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2" name="Google Shape;712;p8"/>
          <p:cNvGrpSpPr/>
          <p:nvPr/>
        </p:nvGrpSpPr>
        <p:grpSpPr>
          <a:xfrm>
            <a:off x="2653453" y="-62135"/>
            <a:ext cx="2227588" cy="726522"/>
            <a:chOff x="3857800" y="1143286"/>
            <a:chExt cx="1039375" cy="338989"/>
          </a:xfrm>
        </p:grpSpPr>
        <p:sp>
          <p:nvSpPr>
            <p:cNvPr id="713" name="Google Shape;713;p8"/>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8"/>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8"/>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8"/>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8"/>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8"/>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8"/>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8"/>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8"/>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8"/>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8"/>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8"/>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8"/>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8"/>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8"/>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8"/>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8"/>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8"/>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8"/>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8"/>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8"/>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8"/>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8"/>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8"/>
          <p:cNvSpPr/>
          <p:nvPr/>
        </p:nvSpPr>
        <p:spPr>
          <a:xfrm>
            <a:off x="7566354" y="3268750"/>
            <a:ext cx="2574900" cy="2574900"/>
          </a:xfrm>
          <a:prstGeom prst="blockArc">
            <a:avLst>
              <a:gd fmla="val 5958233" name="adj1"/>
              <a:gd fmla="val 18369856" name="adj2"/>
              <a:gd fmla="val 1954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8"/>
          <p:cNvSpPr/>
          <p:nvPr/>
        </p:nvSpPr>
        <p:spPr>
          <a:xfrm>
            <a:off x="7514213" y="326875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5" name="Google Shape;745;p8"/>
          <p:cNvGrpSpPr/>
          <p:nvPr/>
        </p:nvGrpSpPr>
        <p:grpSpPr>
          <a:xfrm rot="5400000">
            <a:off x="-559680" y="3557919"/>
            <a:ext cx="2227588" cy="726522"/>
            <a:chOff x="3799000" y="1820400"/>
            <a:chExt cx="1039375" cy="338989"/>
          </a:xfrm>
        </p:grpSpPr>
        <p:sp>
          <p:nvSpPr>
            <p:cNvPr id="746" name="Google Shape;746;p8"/>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8"/>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8"/>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8"/>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8"/>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8"/>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8"/>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8"/>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8"/>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8"/>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8"/>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8"/>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8"/>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8"/>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8"/>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8"/>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8"/>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8"/>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8"/>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8"/>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8"/>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8"/>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8"/>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8"/>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2" name="Shape 782"/>
        <p:cNvGrpSpPr/>
        <p:nvPr/>
      </p:nvGrpSpPr>
      <p:grpSpPr>
        <a:xfrm>
          <a:off x="0" y="0"/>
          <a:ext cx="0" cy="0"/>
          <a:chOff x="0" y="0"/>
          <a:chExt cx="0" cy="0"/>
        </a:xfrm>
      </p:grpSpPr>
      <p:sp>
        <p:nvSpPr>
          <p:cNvPr id="783" name="Google Shape;783;p9"/>
          <p:cNvSpPr txBox="1"/>
          <p:nvPr>
            <p:ph type="title"/>
          </p:nvPr>
        </p:nvSpPr>
        <p:spPr>
          <a:xfrm>
            <a:off x="2029075" y="2490350"/>
            <a:ext cx="5085900" cy="831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84" name="Google Shape;784;p9"/>
          <p:cNvSpPr txBox="1"/>
          <p:nvPr>
            <p:ph idx="1" type="subTitle"/>
          </p:nvPr>
        </p:nvSpPr>
        <p:spPr>
          <a:xfrm>
            <a:off x="2029075" y="3269253"/>
            <a:ext cx="5085900" cy="128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85" name="Google Shape;785;p9"/>
          <p:cNvSpPr/>
          <p:nvPr/>
        </p:nvSpPr>
        <p:spPr>
          <a:xfrm rot="-4819752">
            <a:off x="8205757" y="1265550"/>
            <a:ext cx="1585836" cy="1585836"/>
          </a:xfrm>
          <a:prstGeom prst="blockArc">
            <a:avLst>
              <a:gd fmla="val 5958233" name="adj1"/>
              <a:gd fmla="val 2559931" name="adj2"/>
              <a:gd fmla="val 2250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9"/>
          <p:cNvSpPr/>
          <p:nvPr/>
        </p:nvSpPr>
        <p:spPr>
          <a:xfrm rot="-7433688">
            <a:off x="-962871" y="-1484464"/>
            <a:ext cx="3935124" cy="3935124"/>
          </a:xfrm>
          <a:prstGeom prst="blockArc">
            <a:avLst>
              <a:gd fmla="val 5958233" name="adj1"/>
              <a:gd fmla="val 20136020" name="adj2"/>
              <a:gd fmla="val 168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9"/>
          <p:cNvSpPr/>
          <p:nvPr/>
        </p:nvSpPr>
        <p:spPr>
          <a:xfrm rot="-6824316">
            <a:off x="5408227" y="4758274"/>
            <a:ext cx="1270604" cy="1271153"/>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8" name="Shape 788"/>
        <p:cNvGrpSpPr/>
        <p:nvPr/>
      </p:nvGrpSpPr>
      <p:grpSpPr>
        <a:xfrm>
          <a:off x="0" y="0"/>
          <a:ext cx="0" cy="0"/>
          <a:chOff x="0" y="0"/>
          <a:chExt cx="0" cy="0"/>
        </a:xfrm>
      </p:grpSpPr>
      <p:sp>
        <p:nvSpPr>
          <p:cNvPr id="789" name="Google Shape;789;p10"/>
          <p:cNvSpPr txBox="1"/>
          <p:nvPr>
            <p:ph type="title"/>
          </p:nvPr>
        </p:nvSpPr>
        <p:spPr>
          <a:xfrm>
            <a:off x="713400" y="3110425"/>
            <a:ext cx="2941500" cy="1331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90" name="Shape 790"/>
        <p:cNvGrpSpPr/>
        <p:nvPr/>
      </p:nvGrpSpPr>
      <p:grpSpPr>
        <a:xfrm>
          <a:off x="0" y="0"/>
          <a:ext cx="0" cy="0"/>
          <a:chOff x="0" y="0"/>
          <a:chExt cx="0" cy="0"/>
        </a:xfrm>
      </p:grpSpPr>
      <p:sp>
        <p:nvSpPr>
          <p:cNvPr id="791" name="Google Shape;791;p11"/>
          <p:cNvSpPr txBox="1"/>
          <p:nvPr>
            <p:ph hasCustomPrompt="1" type="title"/>
          </p:nvPr>
        </p:nvSpPr>
        <p:spPr>
          <a:xfrm>
            <a:off x="1256050" y="1205625"/>
            <a:ext cx="6632100" cy="188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92" name="Google Shape;792;p11"/>
          <p:cNvSpPr txBox="1"/>
          <p:nvPr>
            <p:ph idx="1" type="subTitle"/>
          </p:nvPr>
        </p:nvSpPr>
        <p:spPr>
          <a:xfrm>
            <a:off x="1912038" y="3167400"/>
            <a:ext cx="5319900" cy="46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8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793" name="Google Shape;793;p11"/>
          <p:cNvSpPr/>
          <p:nvPr/>
        </p:nvSpPr>
        <p:spPr>
          <a:xfrm flipH="1">
            <a:off x="-970367" y="3471285"/>
            <a:ext cx="2574600" cy="2574600"/>
          </a:xfrm>
          <a:prstGeom prst="blockArc">
            <a:avLst>
              <a:gd fmla="val 5958233" name="adj1"/>
              <a:gd fmla="val 18980253" name="adj2"/>
              <a:gd fmla="val 1476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4" name="Google Shape;794;p11"/>
          <p:cNvPicPr preferRelativeResize="0"/>
          <p:nvPr/>
        </p:nvPicPr>
        <p:blipFill>
          <a:blip r:embed="rId2">
            <a:alphaModFix/>
          </a:blip>
          <a:stretch>
            <a:fillRect/>
          </a:stretch>
        </p:blipFill>
        <p:spPr>
          <a:xfrm flipH="1">
            <a:off x="-357346" y="4025275"/>
            <a:ext cx="2038800" cy="1357842"/>
          </a:xfrm>
          <a:prstGeom prst="rect">
            <a:avLst/>
          </a:prstGeom>
          <a:noFill/>
          <a:ln>
            <a:noFill/>
          </a:ln>
        </p:spPr>
      </p:pic>
      <p:grpSp>
        <p:nvGrpSpPr>
          <p:cNvPr id="795" name="Google Shape;795;p11"/>
          <p:cNvGrpSpPr/>
          <p:nvPr/>
        </p:nvGrpSpPr>
        <p:grpSpPr>
          <a:xfrm flipH="1">
            <a:off x="6916420" y="380544"/>
            <a:ext cx="2227588" cy="726522"/>
            <a:chOff x="3799000" y="1820400"/>
            <a:chExt cx="1039375" cy="338989"/>
          </a:xfrm>
        </p:grpSpPr>
        <p:sp>
          <p:nvSpPr>
            <p:cNvPr id="796" name="Google Shape;796;p11"/>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1"/>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1"/>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1"/>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1"/>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1"/>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1"/>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1"/>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1"/>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1"/>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1"/>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1"/>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1"/>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1"/>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1"/>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1"/>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1"/>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1"/>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1"/>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1"/>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1"/>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1"/>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1"/>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1"/>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1"/>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1"/>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1"/>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1"/>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1"/>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1"/>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1"/>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1"/>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1"/>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1"/>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1"/>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1"/>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32" name="Google Shape;832;p11"/>
          <p:cNvPicPr preferRelativeResize="0"/>
          <p:nvPr/>
        </p:nvPicPr>
        <p:blipFill>
          <a:blip r:embed="rId3">
            <a:alphaModFix/>
          </a:blip>
          <a:stretch>
            <a:fillRect/>
          </a:stretch>
        </p:blipFill>
        <p:spPr>
          <a:xfrm>
            <a:off x="7309471" y="-171325"/>
            <a:ext cx="1602225" cy="1148801"/>
          </a:xfrm>
          <a:prstGeom prst="rect">
            <a:avLst/>
          </a:prstGeom>
          <a:noFill/>
          <a:ln>
            <a:noFill/>
          </a:ln>
        </p:spPr>
      </p:pic>
      <p:pic>
        <p:nvPicPr>
          <p:cNvPr id="833" name="Google Shape;833;p11"/>
          <p:cNvPicPr preferRelativeResize="0"/>
          <p:nvPr/>
        </p:nvPicPr>
        <p:blipFill>
          <a:blip r:embed="rId4">
            <a:alphaModFix/>
          </a:blip>
          <a:stretch>
            <a:fillRect/>
          </a:stretch>
        </p:blipFill>
        <p:spPr>
          <a:xfrm flipH="1">
            <a:off x="445963" y="3471263"/>
            <a:ext cx="921650" cy="1215676"/>
          </a:xfrm>
          <a:prstGeom prst="rect">
            <a:avLst/>
          </a:prstGeom>
          <a:noFill/>
          <a:ln>
            <a:noFill/>
          </a:ln>
        </p:spPr>
      </p:pic>
      <p:grpSp>
        <p:nvGrpSpPr>
          <p:cNvPr id="834" name="Google Shape;834;p11"/>
          <p:cNvGrpSpPr/>
          <p:nvPr/>
        </p:nvGrpSpPr>
        <p:grpSpPr>
          <a:xfrm flipH="1">
            <a:off x="-206996" y="-68959"/>
            <a:ext cx="2227588" cy="726522"/>
            <a:chOff x="3620725" y="372750"/>
            <a:chExt cx="1039375" cy="338989"/>
          </a:xfrm>
        </p:grpSpPr>
        <p:sp>
          <p:nvSpPr>
            <p:cNvPr id="835" name="Google Shape;835;p11"/>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1"/>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1"/>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1"/>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1"/>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1"/>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1"/>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1"/>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1"/>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1"/>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1"/>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1"/>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2" name="Google Shape;872;p11"/>
          <p:cNvSpPr/>
          <p:nvPr/>
        </p:nvSpPr>
        <p:spPr>
          <a:xfrm rot="10800000">
            <a:off x="39205" y="-757722"/>
            <a:ext cx="1735200" cy="1735200"/>
          </a:xfrm>
          <a:prstGeom prst="blockArc">
            <a:avLst>
              <a:gd fmla="val 5958233" name="adj1"/>
              <a:gd fmla="val 2313425" name="adj2"/>
              <a:gd fmla="val 2288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
          <p:cNvSpPr/>
          <p:nvPr/>
        </p:nvSpPr>
        <p:spPr>
          <a:xfrm rot="10800000">
            <a:off x="255950" y="-712275"/>
            <a:ext cx="1643700" cy="164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4" name="Google Shape;874;p11"/>
          <p:cNvPicPr preferRelativeResize="0"/>
          <p:nvPr/>
        </p:nvPicPr>
        <p:blipFill>
          <a:blip r:embed="rId3">
            <a:alphaModFix/>
          </a:blip>
          <a:stretch>
            <a:fillRect/>
          </a:stretch>
        </p:blipFill>
        <p:spPr>
          <a:xfrm>
            <a:off x="6118787" y="253415"/>
            <a:ext cx="797650" cy="571922"/>
          </a:xfrm>
          <a:prstGeom prst="rect">
            <a:avLst/>
          </a:prstGeom>
          <a:noFill/>
          <a:ln>
            <a:noFill/>
          </a:ln>
        </p:spPr>
      </p:pic>
      <p:pic>
        <p:nvPicPr>
          <p:cNvPr id="875" name="Google Shape;875;p11"/>
          <p:cNvPicPr preferRelativeResize="0"/>
          <p:nvPr/>
        </p:nvPicPr>
        <p:blipFill>
          <a:blip r:embed="rId3">
            <a:alphaModFix/>
          </a:blip>
          <a:stretch>
            <a:fillRect/>
          </a:stretch>
        </p:blipFill>
        <p:spPr>
          <a:xfrm>
            <a:off x="8374050" y="1410474"/>
            <a:ext cx="1052700" cy="754798"/>
          </a:xfrm>
          <a:prstGeom prst="rect">
            <a:avLst/>
          </a:prstGeom>
          <a:noFill/>
          <a:ln>
            <a:noFill/>
          </a:ln>
        </p:spPr>
      </p:pic>
      <p:pic>
        <p:nvPicPr>
          <p:cNvPr id="876" name="Google Shape;876;p11"/>
          <p:cNvPicPr preferRelativeResize="0"/>
          <p:nvPr/>
        </p:nvPicPr>
        <p:blipFill>
          <a:blip r:embed="rId3">
            <a:alphaModFix/>
          </a:blip>
          <a:stretch>
            <a:fillRect/>
          </a:stretch>
        </p:blipFill>
        <p:spPr>
          <a:xfrm flipH="1">
            <a:off x="1433887" y="4366815"/>
            <a:ext cx="797650" cy="571922"/>
          </a:xfrm>
          <a:prstGeom prst="rect">
            <a:avLst/>
          </a:prstGeom>
          <a:noFill/>
          <a:ln>
            <a:noFill/>
          </a:ln>
        </p:spPr>
      </p:pic>
      <p:pic>
        <p:nvPicPr>
          <p:cNvPr id="877" name="Google Shape;877;p11"/>
          <p:cNvPicPr preferRelativeResize="0"/>
          <p:nvPr/>
        </p:nvPicPr>
        <p:blipFill>
          <a:blip r:embed="rId3">
            <a:alphaModFix/>
          </a:blip>
          <a:stretch>
            <a:fillRect/>
          </a:stretch>
        </p:blipFill>
        <p:spPr>
          <a:xfrm flipH="1">
            <a:off x="-526681" y="2545244"/>
            <a:ext cx="1164725" cy="835101"/>
          </a:xfrm>
          <a:prstGeom prst="rect">
            <a:avLst/>
          </a:prstGeom>
          <a:noFill/>
          <a:ln>
            <a:noFill/>
          </a:ln>
        </p:spPr>
      </p:pic>
      <p:grpSp>
        <p:nvGrpSpPr>
          <p:cNvPr id="878" name="Google Shape;878;p11"/>
          <p:cNvGrpSpPr/>
          <p:nvPr/>
        </p:nvGrpSpPr>
        <p:grpSpPr>
          <a:xfrm>
            <a:off x="6889313" y="4472001"/>
            <a:ext cx="2227588" cy="726522"/>
            <a:chOff x="5608450" y="1680311"/>
            <a:chExt cx="1039375" cy="338989"/>
          </a:xfrm>
        </p:grpSpPr>
        <p:sp>
          <p:nvSpPr>
            <p:cNvPr id="879" name="Google Shape;879;p11"/>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1"/>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1"/>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1"/>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1"/>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1"/>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1"/>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1"/>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1"/>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1"/>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1"/>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1"/>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1"/>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1"/>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1"/>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15" name="Shape 91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916" name="Shape 916"/>
        <p:cNvGrpSpPr/>
        <p:nvPr/>
      </p:nvGrpSpPr>
      <p:grpSpPr>
        <a:xfrm>
          <a:off x="0" y="0"/>
          <a:ext cx="0" cy="0"/>
          <a:chOff x="0" y="0"/>
          <a:chExt cx="0" cy="0"/>
        </a:xfrm>
      </p:grpSpPr>
      <p:sp>
        <p:nvSpPr>
          <p:cNvPr id="917" name="Google Shape;917;p13"/>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18" name="Google Shape;918;p13"/>
          <p:cNvSpPr txBox="1"/>
          <p:nvPr>
            <p:ph idx="2" type="title"/>
          </p:nvPr>
        </p:nvSpPr>
        <p:spPr>
          <a:xfrm>
            <a:off x="2131850" y="1707300"/>
            <a:ext cx="21096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19" name="Google Shape;919;p13"/>
          <p:cNvSpPr txBox="1"/>
          <p:nvPr>
            <p:ph idx="1" type="subTitle"/>
          </p:nvPr>
        </p:nvSpPr>
        <p:spPr>
          <a:xfrm>
            <a:off x="2131850" y="2129781"/>
            <a:ext cx="2109600" cy="61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0" name="Google Shape;920;p13"/>
          <p:cNvSpPr txBox="1"/>
          <p:nvPr>
            <p:ph idx="3" type="title"/>
          </p:nvPr>
        </p:nvSpPr>
        <p:spPr>
          <a:xfrm>
            <a:off x="5792350" y="1707300"/>
            <a:ext cx="21096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1" name="Google Shape;921;p13"/>
          <p:cNvSpPr txBox="1"/>
          <p:nvPr>
            <p:ph idx="4" type="subTitle"/>
          </p:nvPr>
        </p:nvSpPr>
        <p:spPr>
          <a:xfrm>
            <a:off x="5792350" y="2129781"/>
            <a:ext cx="2109600" cy="61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2" name="Google Shape;922;p13"/>
          <p:cNvSpPr txBox="1"/>
          <p:nvPr>
            <p:ph idx="5" type="title"/>
          </p:nvPr>
        </p:nvSpPr>
        <p:spPr>
          <a:xfrm>
            <a:off x="2131850" y="2954144"/>
            <a:ext cx="21096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3" name="Google Shape;923;p13"/>
          <p:cNvSpPr txBox="1"/>
          <p:nvPr>
            <p:ph idx="6" type="subTitle"/>
          </p:nvPr>
        </p:nvSpPr>
        <p:spPr>
          <a:xfrm>
            <a:off x="2131850" y="3376625"/>
            <a:ext cx="2109600" cy="61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4" name="Google Shape;924;p13"/>
          <p:cNvSpPr txBox="1"/>
          <p:nvPr>
            <p:ph idx="7" type="title"/>
          </p:nvPr>
        </p:nvSpPr>
        <p:spPr>
          <a:xfrm>
            <a:off x="5792350" y="2954144"/>
            <a:ext cx="21096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5" name="Google Shape;925;p13"/>
          <p:cNvSpPr txBox="1"/>
          <p:nvPr>
            <p:ph idx="8" type="subTitle"/>
          </p:nvPr>
        </p:nvSpPr>
        <p:spPr>
          <a:xfrm>
            <a:off x="5792350" y="3376626"/>
            <a:ext cx="2109600" cy="61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6" name="Google Shape;926;p13"/>
          <p:cNvSpPr txBox="1"/>
          <p:nvPr>
            <p:ph hasCustomPrompt="1" idx="9" type="title"/>
          </p:nvPr>
        </p:nvSpPr>
        <p:spPr>
          <a:xfrm>
            <a:off x="1242350" y="1951588"/>
            <a:ext cx="813300" cy="480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4800"/>
              <a:buNone/>
              <a:defRPr sz="3000"/>
            </a:lvl1pPr>
            <a:lvl2pPr lvl="1" rtl="0" algn="ctr">
              <a:spcBef>
                <a:spcPts val="0"/>
              </a:spcBef>
              <a:spcAft>
                <a:spcPts val="0"/>
              </a:spcAft>
              <a:buClr>
                <a:schemeClr val="accent4"/>
              </a:buClr>
              <a:buSzPts val="4800"/>
              <a:buNone/>
              <a:defRPr sz="4800">
                <a:solidFill>
                  <a:schemeClr val="accent4"/>
                </a:solidFill>
              </a:defRPr>
            </a:lvl2pPr>
            <a:lvl3pPr lvl="2" rtl="0" algn="ctr">
              <a:spcBef>
                <a:spcPts val="0"/>
              </a:spcBef>
              <a:spcAft>
                <a:spcPts val="0"/>
              </a:spcAft>
              <a:buClr>
                <a:schemeClr val="accent4"/>
              </a:buClr>
              <a:buSzPts val="4800"/>
              <a:buNone/>
              <a:defRPr sz="4800">
                <a:solidFill>
                  <a:schemeClr val="accent4"/>
                </a:solidFill>
              </a:defRPr>
            </a:lvl3pPr>
            <a:lvl4pPr lvl="3" rtl="0" algn="ctr">
              <a:spcBef>
                <a:spcPts val="0"/>
              </a:spcBef>
              <a:spcAft>
                <a:spcPts val="0"/>
              </a:spcAft>
              <a:buClr>
                <a:schemeClr val="accent4"/>
              </a:buClr>
              <a:buSzPts val="4800"/>
              <a:buNone/>
              <a:defRPr sz="4800">
                <a:solidFill>
                  <a:schemeClr val="accent4"/>
                </a:solidFill>
              </a:defRPr>
            </a:lvl4pPr>
            <a:lvl5pPr lvl="4" rtl="0" algn="ctr">
              <a:spcBef>
                <a:spcPts val="0"/>
              </a:spcBef>
              <a:spcAft>
                <a:spcPts val="0"/>
              </a:spcAft>
              <a:buClr>
                <a:schemeClr val="accent4"/>
              </a:buClr>
              <a:buSzPts val="4800"/>
              <a:buNone/>
              <a:defRPr sz="4800">
                <a:solidFill>
                  <a:schemeClr val="accent4"/>
                </a:solidFill>
              </a:defRPr>
            </a:lvl5pPr>
            <a:lvl6pPr lvl="5" rtl="0" algn="ctr">
              <a:spcBef>
                <a:spcPts val="0"/>
              </a:spcBef>
              <a:spcAft>
                <a:spcPts val="0"/>
              </a:spcAft>
              <a:buClr>
                <a:schemeClr val="accent4"/>
              </a:buClr>
              <a:buSzPts val="4800"/>
              <a:buNone/>
              <a:defRPr sz="4800">
                <a:solidFill>
                  <a:schemeClr val="accent4"/>
                </a:solidFill>
              </a:defRPr>
            </a:lvl6pPr>
            <a:lvl7pPr lvl="6" rtl="0" algn="ctr">
              <a:spcBef>
                <a:spcPts val="0"/>
              </a:spcBef>
              <a:spcAft>
                <a:spcPts val="0"/>
              </a:spcAft>
              <a:buClr>
                <a:schemeClr val="accent4"/>
              </a:buClr>
              <a:buSzPts val="4800"/>
              <a:buNone/>
              <a:defRPr sz="4800">
                <a:solidFill>
                  <a:schemeClr val="accent4"/>
                </a:solidFill>
              </a:defRPr>
            </a:lvl7pPr>
            <a:lvl8pPr lvl="7" rtl="0" algn="ctr">
              <a:spcBef>
                <a:spcPts val="0"/>
              </a:spcBef>
              <a:spcAft>
                <a:spcPts val="0"/>
              </a:spcAft>
              <a:buClr>
                <a:schemeClr val="accent4"/>
              </a:buClr>
              <a:buSzPts val="4800"/>
              <a:buNone/>
              <a:defRPr sz="4800">
                <a:solidFill>
                  <a:schemeClr val="accent4"/>
                </a:solidFill>
              </a:defRPr>
            </a:lvl8pPr>
            <a:lvl9pPr lvl="8" rtl="0" algn="ctr">
              <a:spcBef>
                <a:spcPts val="0"/>
              </a:spcBef>
              <a:spcAft>
                <a:spcPts val="0"/>
              </a:spcAft>
              <a:buClr>
                <a:schemeClr val="accent4"/>
              </a:buClr>
              <a:buSzPts val="4800"/>
              <a:buNone/>
              <a:defRPr sz="4800">
                <a:solidFill>
                  <a:schemeClr val="accent4"/>
                </a:solidFill>
              </a:defRPr>
            </a:lvl9pPr>
          </a:lstStyle>
          <a:p>
            <a:r>
              <a:t>xx%</a:t>
            </a:r>
          </a:p>
        </p:txBody>
      </p:sp>
      <p:sp>
        <p:nvSpPr>
          <p:cNvPr id="927" name="Google Shape;927;p13"/>
          <p:cNvSpPr txBox="1"/>
          <p:nvPr>
            <p:ph hasCustomPrompt="1" idx="13" type="title"/>
          </p:nvPr>
        </p:nvSpPr>
        <p:spPr>
          <a:xfrm>
            <a:off x="1242050" y="3235750"/>
            <a:ext cx="813900" cy="484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4800"/>
              <a:buNone/>
              <a:defRPr sz="3000"/>
            </a:lvl1pPr>
            <a:lvl2pPr lvl="1" rtl="0" algn="ctr">
              <a:spcBef>
                <a:spcPts val="0"/>
              </a:spcBef>
              <a:spcAft>
                <a:spcPts val="0"/>
              </a:spcAft>
              <a:buClr>
                <a:schemeClr val="accent4"/>
              </a:buClr>
              <a:buSzPts val="4800"/>
              <a:buNone/>
              <a:defRPr sz="4800">
                <a:solidFill>
                  <a:schemeClr val="accent4"/>
                </a:solidFill>
              </a:defRPr>
            </a:lvl2pPr>
            <a:lvl3pPr lvl="2" rtl="0" algn="ctr">
              <a:spcBef>
                <a:spcPts val="0"/>
              </a:spcBef>
              <a:spcAft>
                <a:spcPts val="0"/>
              </a:spcAft>
              <a:buClr>
                <a:schemeClr val="accent4"/>
              </a:buClr>
              <a:buSzPts val="4800"/>
              <a:buNone/>
              <a:defRPr sz="4800">
                <a:solidFill>
                  <a:schemeClr val="accent4"/>
                </a:solidFill>
              </a:defRPr>
            </a:lvl3pPr>
            <a:lvl4pPr lvl="3" rtl="0" algn="ctr">
              <a:spcBef>
                <a:spcPts val="0"/>
              </a:spcBef>
              <a:spcAft>
                <a:spcPts val="0"/>
              </a:spcAft>
              <a:buClr>
                <a:schemeClr val="accent4"/>
              </a:buClr>
              <a:buSzPts val="4800"/>
              <a:buNone/>
              <a:defRPr sz="4800">
                <a:solidFill>
                  <a:schemeClr val="accent4"/>
                </a:solidFill>
              </a:defRPr>
            </a:lvl4pPr>
            <a:lvl5pPr lvl="4" rtl="0" algn="ctr">
              <a:spcBef>
                <a:spcPts val="0"/>
              </a:spcBef>
              <a:spcAft>
                <a:spcPts val="0"/>
              </a:spcAft>
              <a:buClr>
                <a:schemeClr val="accent4"/>
              </a:buClr>
              <a:buSzPts val="4800"/>
              <a:buNone/>
              <a:defRPr sz="4800">
                <a:solidFill>
                  <a:schemeClr val="accent4"/>
                </a:solidFill>
              </a:defRPr>
            </a:lvl5pPr>
            <a:lvl6pPr lvl="5" rtl="0" algn="ctr">
              <a:spcBef>
                <a:spcPts val="0"/>
              </a:spcBef>
              <a:spcAft>
                <a:spcPts val="0"/>
              </a:spcAft>
              <a:buClr>
                <a:schemeClr val="accent4"/>
              </a:buClr>
              <a:buSzPts val="4800"/>
              <a:buNone/>
              <a:defRPr sz="4800">
                <a:solidFill>
                  <a:schemeClr val="accent4"/>
                </a:solidFill>
              </a:defRPr>
            </a:lvl6pPr>
            <a:lvl7pPr lvl="6" rtl="0" algn="ctr">
              <a:spcBef>
                <a:spcPts val="0"/>
              </a:spcBef>
              <a:spcAft>
                <a:spcPts val="0"/>
              </a:spcAft>
              <a:buClr>
                <a:schemeClr val="accent4"/>
              </a:buClr>
              <a:buSzPts val="4800"/>
              <a:buNone/>
              <a:defRPr sz="4800">
                <a:solidFill>
                  <a:schemeClr val="accent4"/>
                </a:solidFill>
              </a:defRPr>
            </a:lvl7pPr>
            <a:lvl8pPr lvl="7" rtl="0" algn="ctr">
              <a:spcBef>
                <a:spcPts val="0"/>
              </a:spcBef>
              <a:spcAft>
                <a:spcPts val="0"/>
              </a:spcAft>
              <a:buClr>
                <a:schemeClr val="accent4"/>
              </a:buClr>
              <a:buSzPts val="4800"/>
              <a:buNone/>
              <a:defRPr sz="4800">
                <a:solidFill>
                  <a:schemeClr val="accent4"/>
                </a:solidFill>
              </a:defRPr>
            </a:lvl8pPr>
            <a:lvl9pPr lvl="8" rtl="0" algn="ctr">
              <a:spcBef>
                <a:spcPts val="0"/>
              </a:spcBef>
              <a:spcAft>
                <a:spcPts val="0"/>
              </a:spcAft>
              <a:buClr>
                <a:schemeClr val="accent4"/>
              </a:buClr>
              <a:buSzPts val="4800"/>
              <a:buNone/>
              <a:defRPr sz="4800">
                <a:solidFill>
                  <a:schemeClr val="accent4"/>
                </a:solidFill>
              </a:defRPr>
            </a:lvl9pPr>
          </a:lstStyle>
          <a:p>
            <a:r>
              <a:t>xx%</a:t>
            </a:r>
          </a:p>
        </p:txBody>
      </p:sp>
      <p:sp>
        <p:nvSpPr>
          <p:cNvPr id="928" name="Google Shape;928;p13"/>
          <p:cNvSpPr txBox="1"/>
          <p:nvPr>
            <p:ph hasCustomPrompt="1" idx="14" type="title"/>
          </p:nvPr>
        </p:nvSpPr>
        <p:spPr>
          <a:xfrm>
            <a:off x="4902258" y="1949763"/>
            <a:ext cx="813900" cy="484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4800"/>
              <a:buNone/>
              <a:defRPr sz="3000"/>
            </a:lvl1pPr>
            <a:lvl2pPr lvl="1" rtl="0" algn="ctr">
              <a:spcBef>
                <a:spcPts val="0"/>
              </a:spcBef>
              <a:spcAft>
                <a:spcPts val="0"/>
              </a:spcAft>
              <a:buClr>
                <a:schemeClr val="accent4"/>
              </a:buClr>
              <a:buSzPts val="4800"/>
              <a:buNone/>
              <a:defRPr sz="4800">
                <a:solidFill>
                  <a:schemeClr val="accent4"/>
                </a:solidFill>
              </a:defRPr>
            </a:lvl2pPr>
            <a:lvl3pPr lvl="2" rtl="0" algn="ctr">
              <a:spcBef>
                <a:spcPts val="0"/>
              </a:spcBef>
              <a:spcAft>
                <a:spcPts val="0"/>
              </a:spcAft>
              <a:buClr>
                <a:schemeClr val="accent4"/>
              </a:buClr>
              <a:buSzPts val="4800"/>
              <a:buNone/>
              <a:defRPr sz="4800">
                <a:solidFill>
                  <a:schemeClr val="accent4"/>
                </a:solidFill>
              </a:defRPr>
            </a:lvl3pPr>
            <a:lvl4pPr lvl="3" rtl="0" algn="ctr">
              <a:spcBef>
                <a:spcPts val="0"/>
              </a:spcBef>
              <a:spcAft>
                <a:spcPts val="0"/>
              </a:spcAft>
              <a:buClr>
                <a:schemeClr val="accent4"/>
              </a:buClr>
              <a:buSzPts val="4800"/>
              <a:buNone/>
              <a:defRPr sz="4800">
                <a:solidFill>
                  <a:schemeClr val="accent4"/>
                </a:solidFill>
              </a:defRPr>
            </a:lvl4pPr>
            <a:lvl5pPr lvl="4" rtl="0" algn="ctr">
              <a:spcBef>
                <a:spcPts val="0"/>
              </a:spcBef>
              <a:spcAft>
                <a:spcPts val="0"/>
              </a:spcAft>
              <a:buClr>
                <a:schemeClr val="accent4"/>
              </a:buClr>
              <a:buSzPts val="4800"/>
              <a:buNone/>
              <a:defRPr sz="4800">
                <a:solidFill>
                  <a:schemeClr val="accent4"/>
                </a:solidFill>
              </a:defRPr>
            </a:lvl5pPr>
            <a:lvl6pPr lvl="5" rtl="0" algn="ctr">
              <a:spcBef>
                <a:spcPts val="0"/>
              </a:spcBef>
              <a:spcAft>
                <a:spcPts val="0"/>
              </a:spcAft>
              <a:buClr>
                <a:schemeClr val="accent4"/>
              </a:buClr>
              <a:buSzPts val="4800"/>
              <a:buNone/>
              <a:defRPr sz="4800">
                <a:solidFill>
                  <a:schemeClr val="accent4"/>
                </a:solidFill>
              </a:defRPr>
            </a:lvl6pPr>
            <a:lvl7pPr lvl="6" rtl="0" algn="ctr">
              <a:spcBef>
                <a:spcPts val="0"/>
              </a:spcBef>
              <a:spcAft>
                <a:spcPts val="0"/>
              </a:spcAft>
              <a:buClr>
                <a:schemeClr val="accent4"/>
              </a:buClr>
              <a:buSzPts val="4800"/>
              <a:buNone/>
              <a:defRPr sz="4800">
                <a:solidFill>
                  <a:schemeClr val="accent4"/>
                </a:solidFill>
              </a:defRPr>
            </a:lvl7pPr>
            <a:lvl8pPr lvl="7" rtl="0" algn="ctr">
              <a:spcBef>
                <a:spcPts val="0"/>
              </a:spcBef>
              <a:spcAft>
                <a:spcPts val="0"/>
              </a:spcAft>
              <a:buClr>
                <a:schemeClr val="accent4"/>
              </a:buClr>
              <a:buSzPts val="4800"/>
              <a:buNone/>
              <a:defRPr sz="4800">
                <a:solidFill>
                  <a:schemeClr val="accent4"/>
                </a:solidFill>
              </a:defRPr>
            </a:lvl8pPr>
            <a:lvl9pPr lvl="8" rtl="0" algn="ctr">
              <a:spcBef>
                <a:spcPts val="0"/>
              </a:spcBef>
              <a:spcAft>
                <a:spcPts val="0"/>
              </a:spcAft>
              <a:buClr>
                <a:schemeClr val="accent4"/>
              </a:buClr>
              <a:buSzPts val="4800"/>
              <a:buNone/>
              <a:defRPr sz="4800">
                <a:solidFill>
                  <a:schemeClr val="accent4"/>
                </a:solidFill>
              </a:defRPr>
            </a:lvl9pPr>
          </a:lstStyle>
          <a:p>
            <a:r>
              <a:t>xx%</a:t>
            </a:r>
          </a:p>
        </p:txBody>
      </p:sp>
      <p:sp>
        <p:nvSpPr>
          <p:cNvPr id="929" name="Google Shape;929;p13"/>
          <p:cNvSpPr txBox="1"/>
          <p:nvPr>
            <p:ph hasCustomPrompt="1" idx="15" type="title"/>
          </p:nvPr>
        </p:nvSpPr>
        <p:spPr>
          <a:xfrm>
            <a:off x="4902258" y="3238663"/>
            <a:ext cx="813900" cy="484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4800"/>
              <a:buNone/>
              <a:defRPr sz="3000"/>
            </a:lvl1pPr>
            <a:lvl2pPr lvl="1" rtl="0" algn="ctr">
              <a:spcBef>
                <a:spcPts val="0"/>
              </a:spcBef>
              <a:spcAft>
                <a:spcPts val="0"/>
              </a:spcAft>
              <a:buClr>
                <a:schemeClr val="accent4"/>
              </a:buClr>
              <a:buSzPts val="4800"/>
              <a:buNone/>
              <a:defRPr sz="4800">
                <a:solidFill>
                  <a:schemeClr val="accent4"/>
                </a:solidFill>
              </a:defRPr>
            </a:lvl2pPr>
            <a:lvl3pPr lvl="2" rtl="0" algn="ctr">
              <a:spcBef>
                <a:spcPts val="0"/>
              </a:spcBef>
              <a:spcAft>
                <a:spcPts val="0"/>
              </a:spcAft>
              <a:buClr>
                <a:schemeClr val="accent4"/>
              </a:buClr>
              <a:buSzPts val="4800"/>
              <a:buNone/>
              <a:defRPr sz="4800">
                <a:solidFill>
                  <a:schemeClr val="accent4"/>
                </a:solidFill>
              </a:defRPr>
            </a:lvl3pPr>
            <a:lvl4pPr lvl="3" rtl="0" algn="ctr">
              <a:spcBef>
                <a:spcPts val="0"/>
              </a:spcBef>
              <a:spcAft>
                <a:spcPts val="0"/>
              </a:spcAft>
              <a:buClr>
                <a:schemeClr val="accent4"/>
              </a:buClr>
              <a:buSzPts val="4800"/>
              <a:buNone/>
              <a:defRPr sz="4800">
                <a:solidFill>
                  <a:schemeClr val="accent4"/>
                </a:solidFill>
              </a:defRPr>
            </a:lvl4pPr>
            <a:lvl5pPr lvl="4" rtl="0" algn="ctr">
              <a:spcBef>
                <a:spcPts val="0"/>
              </a:spcBef>
              <a:spcAft>
                <a:spcPts val="0"/>
              </a:spcAft>
              <a:buClr>
                <a:schemeClr val="accent4"/>
              </a:buClr>
              <a:buSzPts val="4800"/>
              <a:buNone/>
              <a:defRPr sz="4800">
                <a:solidFill>
                  <a:schemeClr val="accent4"/>
                </a:solidFill>
              </a:defRPr>
            </a:lvl5pPr>
            <a:lvl6pPr lvl="5" rtl="0" algn="ctr">
              <a:spcBef>
                <a:spcPts val="0"/>
              </a:spcBef>
              <a:spcAft>
                <a:spcPts val="0"/>
              </a:spcAft>
              <a:buClr>
                <a:schemeClr val="accent4"/>
              </a:buClr>
              <a:buSzPts val="4800"/>
              <a:buNone/>
              <a:defRPr sz="4800">
                <a:solidFill>
                  <a:schemeClr val="accent4"/>
                </a:solidFill>
              </a:defRPr>
            </a:lvl6pPr>
            <a:lvl7pPr lvl="6" rtl="0" algn="ctr">
              <a:spcBef>
                <a:spcPts val="0"/>
              </a:spcBef>
              <a:spcAft>
                <a:spcPts val="0"/>
              </a:spcAft>
              <a:buClr>
                <a:schemeClr val="accent4"/>
              </a:buClr>
              <a:buSzPts val="4800"/>
              <a:buNone/>
              <a:defRPr sz="4800">
                <a:solidFill>
                  <a:schemeClr val="accent4"/>
                </a:solidFill>
              </a:defRPr>
            </a:lvl7pPr>
            <a:lvl8pPr lvl="7" rtl="0" algn="ctr">
              <a:spcBef>
                <a:spcPts val="0"/>
              </a:spcBef>
              <a:spcAft>
                <a:spcPts val="0"/>
              </a:spcAft>
              <a:buClr>
                <a:schemeClr val="accent4"/>
              </a:buClr>
              <a:buSzPts val="4800"/>
              <a:buNone/>
              <a:defRPr sz="4800">
                <a:solidFill>
                  <a:schemeClr val="accent4"/>
                </a:solidFill>
              </a:defRPr>
            </a:lvl8pPr>
            <a:lvl9pPr lvl="8" rtl="0" algn="ctr">
              <a:spcBef>
                <a:spcPts val="0"/>
              </a:spcBef>
              <a:spcAft>
                <a:spcPts val="0"/>
              </a:spcAft>
              <a:buClr>
                <a:schemeClr val="accent4"/>
              </a:buClr>
              <a:buSzPts val="4800"/>
              <a:buNone/>
              <a:defRPr sz="4800">
                <a:solidFill>
                  <a:schemeClr val="accent4"/>
                </a:solidFill>
              </a:defRPr>
            </a:lvl9pPr>
          </a:lstStyle>
          <a:p>
            <a:r>
              <a:t>xx%</a:t>
            </a:r>
          </a:p>
        </p:txBody>
      </p:sp>
      <p:pic>
        <p:nvPicPr>
          <p:cNvPr id="930" name="Google Shape;930;p13"/>
          <p:cNvPicPr preferRelativeResize="0"/>
          <p:nvPr/>
        </p:nvPicPr>
        <p:blipFill>
          <a:blip r:embed="rId2">
            <a:alphaModFix/>
          </a:blip>
          <a:stretch>
            <a:fillRect/>
          </a:stretch>
        </p:blipFill>
        <p:spPr>
          <a:xfrm flipH="1">
            <a:off x="-1537325" y="3653261"/>
            <a:ext cx="2885125" cy="1921485"/>
          </a:xfrm>
          <a:prstGeom prst="rect">
            <a:avLst/>
          </a:prstGeom>
          <a:noFill/>
          <a:ln>
            <a:noFill/>
          </a:ln>
        </p:spPr>
      </p:pic>
      <p:grpSp>
        <p:nvGrpSpPr>
          <p:cNvPr id="931" name="Google Shape;931;p13"/>
          <p:cNvGrpSpPr/>
          <p:nvPr/>
        </p:nvGrpSpPr>
        <p:grpSpPr>
          <a:xfrm rot="5400000">
            <a:off x="-1082747" y="1310115"/>
            <a:ext cx="2227588" cy="726522"/>
            <a:chOff x="3857800" y="1143286"/>
            <a:chExt cx="1039375" cy="338989"/>
          </a:xfrm>
        </p:grpSpPr>
        <p:sp>
          <p:nvSpPr>
            <p:cNvPr id="932" name="Google Shape;932;p13"/>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3"/>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3"/>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3"/>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3"/>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3"/>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3"/>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3"/>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3"/>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3"/>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3"/>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3"/>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3"/>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3"/>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3"/>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3"/>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3"/>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13"/>
          <p:cNvGrpSpPr/>
          <p:nvPr/>
        </p:nvGrpSpPr>
        <p:grpSpPr>
          <a:xfrm flipH="1">
            <a:off x="8430779" y="791666"/>
            <a:ext cx="2227588" cy="726522"/>
            <a:chOff x="3620725" y="372750"/>
            <a:chExt cx="1039375" cy="338989"/>
          </a:xfrm>
        </p:grpSpPr>
        <p:sp>
          <p:nvSpPr>
            <p:cNvPr id="963" name="Google Shape;963;p13"/>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3"/>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3"/>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3"/>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3"/>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3"/>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3"/>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3"/>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3"/>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3"/>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3"/>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3"/>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3"/>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3"/>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3"/>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3"/>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3"/>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3"/>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3"/>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3"/>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3"/>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3"/>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3"/>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3"/>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3"/>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3"/>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3"/>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3"/>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3"/>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6" name="Google Shape;996;p13"/>
          <p:cNvSpPr/>
          <p:nvPr/>
        </p:nvSpPr>
        <p:spPr>
          <a:xfrm rot="8403335">
            <a:off x="-394847" y="-476389"/>
            <a:ext cx="1410650" cy="1410650"/>
          </a:xfrm>
          <a:prstGeom prst="blockArc">
            <a:avLst>
              <a:gd fmla="val 10800000" name="adj1"/>
              <a:gd fmla="val 138617" name="adj2"/>
              <a:gd fmla="val 2112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3"/>
          <p:cNvSpPr/>
          <p:nvPr/>
        </p:nvSpPr>
        <p:spPr>
          <a:xfrm>
            <a:off x="-395376" y="-217925"/>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8" name="Google Shape;998;p13"/>
          <p:cNvGrpSpPr/>
          <p:nvPr/>
        </p:nvGrpSpPr>
        <p:grpSpPr>
          <a:xfrm>
            <a:off x="7753454" y="-41534"/>
            <a:ext cx="2227588" cy="726522"/>
            <a:chOff x="3620725" y="372750"/>
            <a:chExt cx="1039375" cy="338989"/>
          </a:xfrm>
        </p:grpSpPr>
        <p:sp>
          <p:nvSpPr>
            <p:cNvPr id="999" name="Google Shape;999;p13"/>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3"/>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3"/>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3"/>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3"/>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3"/>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3"/>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3"/>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3"/>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3"/>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3"/>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3"/>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3"/>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3"/>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3"/>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3"/>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3"/>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3"/>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3"/>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3"/>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3"/>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3"/>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3"/>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3"/>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3"/>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3"/>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3"/>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3"/>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3"/>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3"/>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3"/>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3"/>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3"/>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3"/>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3"/>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3"/>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3"/>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36" name="Google Shape;1036;p13"/>
          <p:cNvPicPr preferRelativeResize="0"/>
          <p:nvPr/>
        </p:nvPicPr>
        <p:blipFill>
          <a:blip r:embed="rId3">
            <a:alphaModFix/>
          </a:blip>
          <a:stretch>
            <a:fillRect/>
          </a:stretch>
        </p:blipFill>
        <p:spPr>
          <a:xfrm>
            <a:off x="118850" y="3899975"/>
            <a:ext cx="1041075" cy="1090000"/>
          </a:xfrm>
          <a:prstGeom prst="rect">
            <a:avLst/>
          </a:prstGeom>
          <a:noFill/>
          <a:ln>
            <a:noFill/>
          </a:ln>
        </p:spPr>
      </p:pic>
      <p:grpSp>
        <p:nvGrpSpPr>
          <p:cNvPr id="1037" name="Google Shape;1037;p13"/>
          <p:cNvGrpSpPr/>
          <p:nvPr/>
        </p:nvGrpSpPr>
        <p:grpSpPr>
          <a:xfrm>
            <a:off x="782362" y="4049869"/>
            <a:ext cx="317072" cy="126020"/>
            <a:chOff x="4481802" y="1143286"/>
            <a:chExt cx="147943" cy="58800"/>
          </a:xfrm>
        </p:grpSpPr>
        <p:sp>
          <p:nvSpPr>
            <p:cNvPr id="1038" name="Google Shape;1038;p13"/>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3"/>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0" name="Google Shape;1040;p13"/>
          <p:cNvGrpSpPr/>
          <p:nvPr/>
        </p:nvGrpSpPr>
        <p:grpSpPr>
          <a:xfrm>
            <a:off x="4850553" y="4656385"/>
            <a:ext cx="2227589" cy="726958"/>
            <a:chOff x="6972150" y="711750"/>
            <a:chExt cx="1039375" cy="339193"/>
          </a:xfrm>
        </p:grpSpPr>
        <p:sp>
          <p:nvSpPr>
            <p:cNvPr id="1041" name="Google Shape;1041;p13"/>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3"/>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3"/>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3"/>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3"/>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3"/>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3"/>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3"/>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3"/>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3"/>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3"/>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3"/>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3"/>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3"/>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3"/>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3"/>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3"/>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3"/>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3"/>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3"/>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3"/>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3"/>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3"/>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3"/>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3"/>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3"/>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3"/>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3"/>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3"/>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3"/>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3"/>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72" name="Google Shape;1072;p13"/>
          <p:cNvPicPr preferRelativeResize="0"/>
          <p:nvPr/>
        </p:nvPicPr>
        <p:blipFill>
          <a:blip r:embed="rId4">
            <a:alphaModFix/>
          </a:blip>
          <a:stretch>
            <a:fillRect/>
          </a:stretch>
        </p:blipFill>
        <p:spPr>
          <a:xfrm>
            <a:off x="7871775" y="280525"/>
            <a:ext cx="923250" cy="1217750"/>
          </a:xfrm>
          <a:prstGeom prst="rect">
            <a:avLst/>
          </a:prstGeom>
          <a:noFill/>
          <a:ln>
            <a:noFill/>
          </a:ln>
        </p:spPr>
      </p:pic>
      <p:sp>
        <p:nvSpPr>
          <p:cNvPr id="1073" name="Google Shape;1073;p13"/>
          <p:cNvSpPr/>
          <p:nvPr/>
        </p:nvSpPr>
        <p:spPr>
          <a:xfrm rot="999904">
            <a:off x="3358951" y="4439227"/>
            <a:ext cx="2408148" cy="2408148"/>
          </a:xfrm>
          <a:prstGeom prst="blockArc">
            <a:avLst>
              <a:gd fmla="val 10800000" name="adj1"/>
              <a:gd fmla="val 122097" name="adj2"/>
              <a:gd fmla="val 1551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1074" name="Shape 1074"/>
        <p:cNvGrpSpPr/>
        <p:nvPr/>
      </p:nvGrpSpPr>
      <p:grpSpPr>
        <a:xfrm>
          <a:off x="0" y="0"/>
          <a:ext cx="0" cy="0"/>
          <a:chOff x="0" y="0"/>
          <a:chExt cx="0" cy="0"/>
        </a:xfrm>
      </p:grpSpPr>
      <p:sp>
        <p:nvSpPr>
          <p:cNvPr id="1075" name="Google Shape;1075;p14"/>
          <p:cNvSpPr txBox="1"/>
          <p:nvPr>
            <p:ph type="title"/>
          </p:nvPr>
        </p:nvSpPr>
        <p:spPr>
          <a:xfrm>
            <a:off x="1000772" y="2773363"/>
            <a:ext cx="3567600" cy="923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76" name="Google Shape;1076;p14"/>
          <p:cNvSpPr txBox="1"/>
          <p:nvPr>
            <p:ph hasCustomPrompt="1" idx="2" type="title"/>
          </p:nvPr>
        </p:nvSpPr>
        <p:spPr>
          <a:xfrm>
            <a:off x="2160366" y="1306338"/>
            <a:ext cx="1248300" cy="91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77" name="Google Shape;1077;p14"/>
          <p:cNvSpPr txBox="1"/>
          <p:nvPr>
            <p:ph idx="1" type="subTitle"/>
          </p:nvPr>
        </p:nvSpPr>
        <p:spPr>
          <a:xfrm>
            <a:off x="1410216" y="3586944"/>
            <a:ext cx="27486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8" name="Google Shape;1078;p14"/>
          <p:cNvSpPr/>
          <p:nvPr/>
        </p:nvSpPr>
        <p:spPr>
          <a:xfrm>
            <a:off x="4902603" y="-760147"/>
            <a:ext cx="1602300" cy="160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4"/>
          <p:cNvSpPr/>
          <p:nvPr/>
        </p:nvSpPr>
        <p:spPr>
          <a:xfrm flipH="1">
            <a:off x="-720049" y="-504550"/>
            <a:ext cx="1970400" cy="1970400"/>
          </a:xfrm>
          <a:prstGeom prst="blockArc">
            <a:avLst>
              <a:gd fmla="val 3139239" name="adj1"/>
              <a:gd fmla="val 14630311" name="adj2"/>
              <a:gd fmla="val 2349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4"/>
          <p:cNvSpPr/>
          <p:nvPr/>
        </p:nvSpPr>
        <p:spPr>
          <a:xfrm>
            <a:off x="-944548" y="147875"/>
            <a:ext cx="1843800" cy="1843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1" name="Google Shape;1081;p14"/>
          <p:cNvGrpSpPr/>
          <p:nvPr/>
        </p:nvGrpSpPr>
        <p:grpSpPr>
          <a:xfrm flipH="1" rot="10800000">
            <a:off x="51449" y="2982274"/>
            <a:ext cx="526334" cy="2227568"/>
            <a:chOff x="9663874" y="1645892"/>
            <a:chExt cx="526334" cy="2227568"/>
          </a:xfrm>
        </p:grpSpPr>
        <p:sp>
          <p:nvSpPr>
            <p:cNvPr id="1082" name="Google Shape;1082;p14"/>
            <p:cNvSpPr/>
            <p:nvPr/>
          </p:nvSpPr>
          <p:spPr>
            <a:xfrm rot="5400000">
              <a:off x="10064208" y="355640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4"/>
            <p:cNvSpPr/>
            <p:nvPr/>
          </p:nvSpPr>
          <p:spPr>
            <a:xfrm rot="5400000">
              <a:off x="9864041" y="374746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4"/>
            <p:cNvSpPr/>
            <p:nvPr/>
          </p:nvSpPr>
          <p:spPr>
            <a:xfrm rot="5400000">
              <a:off x="9663874" y="374746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4"/>
            <p:cNvSpPr/>
            <p:nvPr/>
          </p:nvSpPr>
          <p:spPr>
            <a:xfrm rot="5400000">
              <a:off x="9864041" y="336535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4"/>
            <p:cNvSpPr/>
            <p:nvPr/>
          </p:nvSpPr>
          <p:spPr>
            <a:xfrm rot="5400000">
              <a:off x="9663874" y="336535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4"/>
            <p:cNvSpPr/>
            <p:nvPr/>
          </p:nvSpPr>
          <p:spPr>
            <a:xfrm rot="5400000">
              <a:off x="9864041" y="29832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4"/>
            <p:cNvSpPr/>
            <p:nvPr/>
          </p:nvSpPr>
          <p:spPr>
            <a:xfrm rot="5400000">
              <a:off x="9663874" y="29832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4"/>
            <p:cNvSpPr/>
            <p:nvPr/>
          </p:nvSpPr>
          <p:spPr>
            <a:xfrm rot="5400000">
              <a:off x="9864041" y="317430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4"/>
            <p:cNvSpPr/>
            <p:nvPr/>
          </p:nvSpPr>
          <p:spPr>
            <a:xfrm rot="5400000">
              <a:off x="9864041" y="279220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4"/>
            <p:cNvSpPr/>
            <p:nvPr/>
          </p:nvSpPr>
          <p:spPr>
            <a:xfrm rot="5400000">
              <a:off x="9663874" y="279220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4"/>
            <p:cNvSpPr/>
            <p:nvPr/>
          </p:nvSpPr>
          <p:spPr>
            <a:xfrm rot="5400000">
              <a:off x="10064208" y="24100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4"/>
            <p:cNvSpPr/>
            <p:nvPr/>
          </p:nvSpPr>
          <p:spPr>
            <a:xfrm rot="5400000">
              <a:off x="10064208" y="260115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4"/>
            <p:cNvSpPr/>
            <p:nvPr/>
          </p:nvSpPr>
          <p:spPr>
            <a:xfrm rot="5400000">
              <a:off x="9864041" y="260115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4"/>
            <p:cNvSpPr/>
            <p:nvPr/>
          </p:nvSpPr>
          <p:spPr>
            <a:xfrm rot="5400000">
              <a:off x="10064208" y="221904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4"/>
            <p:cNvSpPr/>
            <p:nvPr/>
          </p:nvSpPr>
          <p:spPr>
            <a:xfrm rot="5400000">
              <a:off x="9864041" y="221904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4"/>
            <p:cNvSpPr/>
            <p:nvPr/>
          </p:nvSpPr>
          <p:spPr>
            <a:xfrm rot="5400000">
              <a:off x="10064208" y="183694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4"/>
            <p:cNvSpPr/>
            <p:nvPr/>
          </p:nvSpPr>
          <p:spPr>
            <a:xfrm rot="5400000">
              <a:off x="9663874" y="183694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4"/>
            <p:cNvSpPr/>
            <p:nvPr/>
          </p:nvSpPr>
          <p:spPr>
            <a:xfrm rot="5400000">
              <a:off x="10064208"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4"/>
            <p:cNvSpPr/>
            <p:nvPr/>
          </p:nvSpPr>
          <p:spPr>
            <a:xfrm rot="5400000">
              <a:off x="9864041"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4"/>
            <p:cNvSpPr/>
            <p:nvPr/>
          </p:nvSpPr>
          <p:spPr>
            <a:xfrm rot="5400000">
              <a:off x="9663874"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4"/>
            <p:cNvSpPr/>
            <p:nvPr/>
          </p:nvSpPr>
          <p:spPr>
            <a:xfrm rot="5400000">
              <a:off x="10064208"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4"/>
            <p:cNvSpPr/>
            <p:nvPr/>
          </p:nvSpPr>
          <p:spPr>
            <a:xfrm rot="5400000">
              <a:off x="9864041"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4"/>
            <p:cNvSpPr/>
            <p:nvPr/>
          </p:nvSpPr>
          <p:spPr>
            <a:xfrm rot="5400000">
              <a:off x="9663874"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5" name="Google Shape;1105;p14"/>
          <p:cNvSpPr/>
          <p:nvPr/>
        </p:nvSpPr>
        <p:spPr>
          <a:xfrm>
            <a:off x="5854026" y="386019"/>
            <a:ext cx="5011500" cy="5011500"/>
          </a:xfrm>
          <a:prstGeom prst="blockArc">
            <a:avLst>
              <a:gd fmla="val 3870717" name="adj1"/>
              <a:gd fmla="val 17792570" name="adj2"/>
              <a:gd fmla="val 6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4"/>
          <p:cNvSpPr/>
          <p:nvPr/>
        </p:nvSpPr>
        <p:spPr>
          <a:xfrm>
            <a:off x="5889126" y="254025"/>
            <a:ext cx="4348500" cy="435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5">
    <p:spTree>
      <p:nvGrpSpPr>
        <p:cNvPr id="1107" name="Shape 1107"/>
        <p:cNvGrpSpPr/>
        <p:nvPr/>
      </p:nvGrpSpPr>
      <p:grpSpPr>
        <a:xfrm>
          <a:off x="0" y="0"/>
          <a:ext cx="0" cy="0"/>
          <a:chOff x="0" y="0"/>
          <a:chExt cx="0" cy="0"/>
        </a:xfrm>
      </p:grpSpPr>
      <p:sp>
        <p:nvSpPr>
          <p:cNvPr id="1108" name="Google Shape;1108;p15"/>
          <p:cNvSpPr txBox="1"/>
          <p:nvPr>
            <p:ph type="title"/>
          </p:nvPr>
        </p:nvSpPr>
        <p:spPr>
          <a:xfrm>
            <a:off x="713425" y="2785350"/>
            <a:ext cx="5532300" cy="5541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24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109" name="Google Shape;1109;p15"/>
          <p:cNvSpPr txBox="1"/>
          <p:nvPr>
            <p:ph idx="1" type="subTitle"/>
          </p:nvPr>
        </p:nvSpPr>
        <p:spPr>
          <a:xfrm>
            <a:off x="713400" y="1220875"/>
            <a:ext cx="5532300" cy="1569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30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10" name="Google Shape;1110;p15"/>
          <p:cNvGrpSpPr/>
          <p:nvPr/>
        </p:nvGrpSpPr>
        <p:grpSpPr>
          <a:xfrm>
            <a:off x="6790803" y="4327010"/>
            <a:ext cx="2227589" cy="726958"/>
            <a:chOff x="6972150" y="711750"/>
            <a:chExt cx="1039375" cy="339193"/>
          </a:xfrm>
        </p:grpSpPr>
        <p:sp>
          <p:nvSpPr>
            <p:cNvPr id="1111" name="Google Shape;1111;p15"/>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5"/>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5"/>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5"/>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5"/>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15"/>
          <p:cNvGrpSpPr/>
          <p:nvPr/>
        </p:nvGrpSpPr>
        <p:grpSpPr>
          <a:xfrm flipH="1">
            <a:off x="7179080" y="606666"/>
            <a:ext cx="2227589" cy="1527191"/>
            <a:chOff x="5519300" y="372750"/>
            <a:chExt cx="1039375" cy="712575"/>
          </a:xfrm>
        </p:grpSpPr>
        <p:sp>
          <p:nvSpPr>
            <p:cNvPr id="1144" name="Google Shape;1144;p15"/>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5"/>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5"/>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5"/>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5"/>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5"/>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5"/>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5"/>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5"/>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5"/>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5"/>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5"/>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5"/>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5"/>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5"/>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5"/>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5"/>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5"/>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5"/>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5"/>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5"/>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5"/>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5"/>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5"/>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5"/>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5"/>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5"/>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5"/>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5"/>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5"/>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5"/>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5"/>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5"/>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5"/>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5"/>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5"/>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5"/>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5"/>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5"/>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5"/>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5"/>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5"/>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5"/>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5"/>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5"/>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5"/>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5"/>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5"/>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5"/>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5"/>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5"/>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5"/>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5"/>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5"/>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5"/>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5"/>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5"/>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5"/>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5"/>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5"/>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5"/>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5"/>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5"/>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5"/>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5"/>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5"/>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1" name="Google Shape;1211;p15"/>
          <p:cNvSpPr/>
          <p:nvPr/>
        </p:nvSpPr>
        <p:spPr>
          <a:xfrm flipH="1">
            <a:off x="-844101" y="4093890"/>
            <a:ext cx="1916700" cy="1916700"/>
          </a:xfrm>
          <a:prstGeom prst="blockArc">
            <a:avLst>
              <a:gd fmla="val 7189467" name="adj1"/>
              <a:gd fmla="val 18520015" name="adj2"/>
              <a:gd fmla="val 2303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212" name="Shape 1212"/>
        <p:cNvGrpSpPr/>
        <p:nvPr/>
      </p:nvGrpSpPr>
      <p:grpSpPr>
        <a:xfrm>
          <a:off x="0" y="0"/>
          <a:ext cx="0" cy="0"/>
          <a:chOff x="0" y="0"/>
          <a:chExt cx="0" cy="0"/>
        </a:xfrm>
      </p:grpSpPr>
      <p:sp>
        <p:nvSpPr>
          <p:cNvPr id="1213" name="Google Shape;1213;p16"/>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214" name="Google Shape;1214;p16"/>
          <p:cNvGrpSpPr/>
          <p:nvPr/>
        </p:nvGrpSpPr>
        <p:grpSpPr>
          <a:xfrm flipH="1" rot="-5400000">
            <a:off x="7821325" y="679905"/>
            <a:ext cx="2227588" cy="726522"/>
            <a:chOff x="3799000" y="1820400"/>
            <a:chExt cx="1039375" cy="338989"/>
          </a:xfrm>
        </p:grpSpPr>
        <p:sp>
          <p:nvSpPr>
            <p:cNvPr id="1215" name="Google Shape;1215;p16"/>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6"/>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0" name="Google Shape;1250;p16"/>
          <p:cNvGrpSpPr/>
          <p:nvPr/>
        </p:nvGrpSpPr>
        <p:grpSpPr>
          <a:xfrm flipH="1">
            <a:off x="-1654513" y="2869728"/>
            <a:ext cx="2227589" cy="1527191"/>
            <a:chOff x="5519300" y="372750"/>
            <a:chExt cx="1039375" cy="712575"/>
          </a:xfrm>
        </p:grpSpPr>
        <p:sp>
          <p:nvSpPr>
            <p:cNvPr id="1251" name="Google Shape;1251;p16"/>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6"/>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6"/>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6"/>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6"/>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6"/>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6"/>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6"/>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6"/>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6"/>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6"/>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6"/>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6"/>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6"/>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6"/>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6"/>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6"/>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6"/>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6"/>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6"/>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6"/>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6"/>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6"/>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6"/>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6"/>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6"/>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6"/>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6"/>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6"/>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6"/>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6"/>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6"/>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6"/>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6"/>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6"/>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8" name="Google Shape;1318;p16"/>
          <p:cNvSpPr/>
          <p:nvPr/>
        </p:nvSpPr>
        <p:spPr>
          <a:xfrm flipH="1" rot="899876">
            <a:off x="-1364959" y="4184160"/>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6"/>
          <p:cNvSpPr/>
          <p:nvPr/>
        </p:nvSpPr>
        <p:spPr>
          <a:xfrm flipH="1">
            <a:off x="-850779" y="4573892"/>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6"/>
          <p:cNvSpPr/>
          <p:nvPr/>
        </p:nvSpPr>
        <p:spPr>
          <a:xfrm>
            <a:off x="8681330" y="1443900"/>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6"/>
          <p:cNvSpPr/>
          <p:nvPr/>
        </p:nvSpPr>
        <p:spPr>
          <a:xfrm>
            <a:off x="8776832" y="1556676"/>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
          <p:cNvSpPr/>
          <p:nvPr/>
        </p:nvSpPr>
        <p:spPr>
          <a:xfrm flipH="1" rot="3508339">
            <a:off x="-1727887" y="-2075610"/>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
    <p:spTree>
      <p:nvGrpSpPr>
        <p:cNvPr id="1323" name="Shape 1323"/>
        <p:cNvGrpSpPr/>
        <p:nvPr/>
      </p:nvGrpSpPr>
      <p:grpSpPr>
        <a:xfrm>
          <a:off x="0" y="0"/>
          <a:ext cx="0" cy="0"/>
          <a:chOff x="0" y="0"/>
          <a:chExt cx="0" cy="0"/>
        </a:xfrm>
      </p:grpSpPr>
      <p:sp>
        <p:nvSpPr>
          <p:cNvPr id="1324" name="Google Shape;1324;p17"/>
          <p:cNvSpPr txBox="1"/>
          <p:nvPr>
            <p:ph type="title"/>
          </p:nvPr>
        </p:nvSpPr>
        <p:spPr>
          <a:xfrm>
            <a:off x="4450946" y="1493550"/>
            <a:ext cx="3493200" cy="1293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72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25" name="Google Shape;1325;p17"/>
          <p:cNvSpPr txBox="1"/>
          <p:nvPr>
            <p:ph idx="1" type="subTitle"/>
          </p:nvPr>
        </p:nvSpPr>
        <p:spPr>
          <a:xfrm>
            <a:off x="4450925" y="2634150"/>
            <a:ext cx="3493200" cy="101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6" name="Google Shape;1326;p17"/>
          <p:cNvSpPr/>
          <p:nvPr/>
        </p:nvSpPr>
        <p:spPr>
          <a:xfrm rot="-5400000">
            <a:off x="3094299" y="4025425"/>
            <a:ext cx="2102100" cy="2102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7" name="Google Shape;1327;p17"/>
          <p:cNvGrpSpPr/>
          <p:nvPr/>
        </p:nvGrpSpPr>
        <p:grpSpPr>
          <a:xfrm>
            <a:off x="7342730" y="-239484"/>
            <a:ext cx="2227589" cy="1527191"/>
            <a:chOff x="5519300" y="372750"/>
            <a:chExt cx="1039375" cy="712575"/>
          </a:xfrm>
        </p:grpSpPr>
        <p:sp>
          <p:nvSpPr>
            <p:cNvPr id="1328" name="Google Shape;1328;p17"/>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7"/>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7"/>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7"/>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7"/>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7"/>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7"/>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7"/>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7"/>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7"/>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7"/>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7"/>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7"/>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7"/>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7"/>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7"/>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7"/>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7"/>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7"/>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7"/>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7"/>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7"/>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7"/>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7"/>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7"/>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5" name="Google Shape;1395;p17"/>
          <p:cNvSpPr/>
          <p:nvPr/>
        </p:nvSpPr>
        <p:spPr>
          <a:xfrm rot="-1856039">
            <a:off x="8454804" y="1900412"/>
            <a:ext cx="2574846" cy="2574846"/>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7"/>
          <p:cNvSpPr/>
          <p:nvPr/>
        </p:nvSpPr>
        <p:spPr>
          <a:xfrm>
            <a:off x="8472788" y="1832675"/>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7"/>
          <p:cNvSpPr/>
          <p:nvPr/>
        </p:nvSpPr>
        <p:spPr>
          <a:xfrm rot="-6009249">
            <a:off x="4503832" y="-1121226"/>
            <a:ext cx="2030097" cy="2030097"/>
          </a:xfrm>
          <a:prstGeom prst="blockArc">
            <a:avLst>
              <a:gd fmla="val 5958233" name="adj1"/>
              <a:gd fmla="val 17663173" name="adj2"/>
              <a:gd fmla="val 2497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
          <p:cNvSpPr/>
          <p:nvPr/>
        </p:nvSpPr>
        <p:spPr>
          <a:xfrm rot="-8814536">
            <a:off x="-1455112" y="-720135"/>
            <a:ext cx="3302921" cy="3302921"/>
          </a:xfrm>
          <a:prstGeom prst="blockArc">
            <a:avLst>
              <a:gd fmla="val 5958233" name="adj1"/>
              <a:gd fmla="val 15340052" name="adj2"/>
              <a:gd fmla="val 859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
    <p:spTree>
      <p:nvGrpSpPr>
        <p:cNvPr id="1399" name="Shape 1399"/>
        <p:cNvGrpSpPr/>
        <p:nvPr/>
      </p:nvGrpSpPr>
      <p:grpSpPr>
        <a:xfrm>
          <a:off x="0" y="0"/>
          <a:ext cx="0" cy="0"/>
          <a:chOff x="0" y="0"/>
          <a:chExt cx="0" cy="0"/>
        </a:xfrm>
      </p:grpSpPr>
      <p:sp>
        <p:nvSpPr>
          <p:cNvPr id="1400" name="Google Shape;1400;p18"/>
          <p:cNvSpPr txBox="1"/>
          <p:nvPr>
            <p:ph idx="1" type="subTitle"/>
          </p:nvPr>
        </p:nvSpPr>
        <p:spPr>
          <a:xfrm>
            <a:off x="5406338" y="3248988"/>
            <a:ext cx="2345700" cy="104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01" name="Google Shape;1401;p18"/>
          <p:cNvSpPr txBox="1"/>
          <p:nvPr>
            <p:ph type="title"/>
          </p:nvPr>
        </p:nvSpPr>
        <p:spPr>
          <a:xfrm>
            <a:off x="5406338" y="847788"/>
            <a:ext cx="2345700" cy="24012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grpSp>
        <p:nvGrpSpPr>
          <p:cNvPr id="1402" name="Google Shape;1402;p18"/>
          <p:cNvGrpSpPr/>
          <p:nvPr/>
        </p:nvGrpSpPr>
        <p:grpSpPr>
          <a:xfrm rot="5400000">
            <a:off x="7715578" y="1640303"/>
            <a:ext cx="2227588" cy="726522"/>
            <a:chOff x="3857800" y="1143286"/>
            <a:chExt cx="1039375" cy="338989"/>
          </a:xfrm>
        </p:grpSpPr>
        <p:sp>
          <p:nvSpPr>
            <p:cNvPr id="1403" name="Google Shape;1403;p18"/>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8"/>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8"/>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8"/>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8"/>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8"/>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8"/>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8"/>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8"/>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8"/>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8"/>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8"/>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8"/>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8"/>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8"/>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8"/>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8"/>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8"/>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8"/>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8"/>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8"/>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8"/>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8"/>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8"/>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8"/>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8"/>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8"/>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8"/>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8"/>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8"/>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3" name="Google Shape;1433;p18"/>
          <p:cNvSpPr/>
          <p:nvPr/>
        </p:nvSpPr>
        <p:spPr>
          <a:xfrm>
            <a:off x="7939983" y="-460465"/>
            <a:ext cx="2574600" cy="2574600"/>
          </a:xfrm>
          <a:prstGeom prst="blockArc">
            <a:avLst>
              <a:gd fmla="val 4995051" name="adj1"/>
              <a:gd fmla="val 15534555" name="adj2"/>
              <a:gd fmla="val 1247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8"/>
          <p:cNvSpPr/>
          <p:nvPr/>
        </p:nvSpPr>
        <p:spPr>
          <a:xfrm>
            <a:off x="8118303" y="-528275"/>
            <a:ext cx="2175600" cy="2176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5" name="Google Shape;1435;p18"/>
          <p:cNvGrpSpPr/>
          <p:nvPr/>
        </p:nvGrpSpPr>
        <p:grpSpPr>
          <a:xfrm>
            <a:off x="3961221" y="4604105"/>
            <a:ext cx="2227588" cy="726522"/>
            <a:chOff x="5608450" y="1680311"/>
            <a:chExt cx="1039375" cy="338989"/>
          </a:xfrm>
        </p:grpSpPr>
        <p:sp>
          <p:nvSpPr>
            <p:cNvPr id="1436" name="Google Shape;1436;p18"/>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8"/>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8"/>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8"/>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8"/>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8"/>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8"/>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8"/>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8"/>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8"/>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8"/>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8"/>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8"/>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8"/>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8"/>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8"/>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8"/>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8"/>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8"/>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8"/>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8"/>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2" name="Google Shape;1472;p18"/>
          <p:cNvSpPr/>
          <p:nvPr>
            <p:ph idx="2" type="pic"/>
          </p:nvPr>
        </p:nvSpPr>
        <p:spPr>
          <a:xfrm>
            <a:off x="-597325" y="-973050"/>
            <a:ext cx="5239500" cy="5239500"/>
          </a:xfrm>
          <a:prstGeom prst="ellipse">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
    <p:spTree>
      <p:nvGrpSpPr>
        <p:cNvPr id="1473" name="Shape 1473"/>
        <p:cNvGrpSpPr/>
        <p:nvPr/>
      </p:nvGrpSpPr>
      <p:grpSpPr>
        <a:xfrm>
          <a:off x="0" y="0"/>
          <a:ext cx="0" cy="0"/>
          <a:chOff x="0" y="0"/>
          <a:chExt cx="0" cy="0"/>
        </a:xfrm>
      </p:grpSpPr>
      <p:sp>
        <p:nvSpPr>
          <p:cNvPr id="1474" name="Google Shape;1474;p19"/>
          <p:cNvSpPr txBox="1"/>
          <p:nvPr>
            <p:ph idx="1" type="subTitle"/>
          </p:nvPr>
        </p:nvSpPr>
        <p:spPr>
          <a:xfrm>
            <a:off x="1261600" y="3442625"/>
            <a:ext cx="3045600" cy="84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5" name="Google Shape;1475;p19"/>
          <p:cNvSpPr txBox="1"/>
          <p:nvPr>
            <p:ph type="title"/>
          </p:nvPr>
        </p:nvSpPr>
        <p:spPr>
          <a:xfrm>
            <a:off x="1261600" y="2754425"/>
            <a:ext cx="3045600" cy="783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grpSp>
        <p:nvGrpSpPr>
          <p:cNvPr id="1476" name="Google Shape;1476;p19"/>
          <p:cNvGrpSpPr/>
          <p:nvPr/>
        </p:nvGrpSpPr>
        <p:grpSpPr>
          <a:xfrm>
            <a:off x="5306305" y="3420416"/>
            <a:ext cx="2227589" cy="1527191"/>
            <a:chOff x="5519300" y="372750"/>
            <a:chExt cx="1039375" cy="712575"/>
          </a:xfrm>
        </p:grpSpPr>
        <p:sp>
          <p:nvSpPr>
            <p:cNvPr id="1477" name="Google Shape;1477;p19"/>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9"/>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9"/>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9"/>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9"/>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9"/>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9"/>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9"/>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9"/>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9"/>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9"/>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9"/>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9"/>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9"/>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9"/>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9"/>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9"/>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9"/>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9"/>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9"/>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9"/>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9"/>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9"/>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9"/>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9"/>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9"/>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9"/>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9"/>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9"/>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9"/>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9"/>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9"/>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9"/>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9"/>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9"/>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9"/>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9"/>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9"/>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9"/>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9"/>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9"/>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9"/>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9"/>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9"/>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9"/>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9"/>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9"/>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9"/>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9"/>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9"/>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9"/>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9"/>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9"/>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9"/>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9"/>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9"/>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9"/>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9"/>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9"/>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9"/>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9"/>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9"/>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9"/>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9"/>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9"/>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9"/>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9"/>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4" name="Google Shape;1544;p19"/>
          <p:cNvSpPr/>
          <p:nvPr/>
        </p:nvSpPr>
        <p:spPr>
          <a:xfrm rot="5400000">
            <a:off x="4155725" y="4470421"/>
            <a:ext cx="1647000" cy="1647000"/>
          </a:xfrm>
          <a:prstGeom prst="blockArc">
            <a:avLst>
              <a:gd fmla="val 4879357" name="adj1"/>
              <a:gd fmla="val 17324067" name="adj2"/>
              <a:gd fmla="val 2579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9"/>
          <p:cNvSpPr/>
          <p:nvPr/>
        </p:nvSpPr>
        <p:spPr>
          <a:xfrm flipH="1" rot="10800000">
            <a:off x="4073085" y="4576593"/>
            <a:ext cx="15267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9"/>
          <p:cNvSpPr/>
          <p:nvPr/>
        </p:nvSpPr>
        <p:spPr>
          <a:xfrm flipH="1">
            <a:off x="-1308567" y="-93890"/>
            <a:ext cx="2574600" cy="2574600"/>
          </a:xfrm>
          <a:prstGeom prst="blockArc">
            <a:avLst>
              <a:gd fmla="val 4879357"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9"/>
          <p:cNvSpPr/>
          <p:nvPr/>
        </p:nvSpPr>
        <p:spPr>
          <a:xfrm flipH="1">
            <a:off x="-564297" y="-1617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8" name="Google Shape;1548;p19"/>
          <p:cNvGrpSpPr/>
          <p:nvPr/>
        </p:nvGrpSpPr>
        <p:grpSpPr>
          <a:xfrm flipH="1">
            <a:off x="7316928" y="167285"/>
            <a:ext cx="2227589" cy="726958"/>
            <a:chOff x="6972150" y="711750"/>
            <a:chExt cx="1039375" cy="339193"/>
          </a:xfrm>
        </p:grpSpPr>
        <p:sp>
          <p:nvSpPr>
            <p:cNvPr id="1549" name="Google Shape;1549;p19"/>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9"/>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9"/>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9"/>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9"/>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9"/>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9"/>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9"/>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9"/>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9"/>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9"/>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9"/>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9"/>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9"/>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9"/>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9"/>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9"/>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9"/>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9"/>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9"/>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9"/>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9"/>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9"/>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9"/>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9"/>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9"/>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19"/>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9"/>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9"/>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9"/>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9"/>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9"/>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
    <p:spTree>
      <p:nvGrpSpPr>
        <p:cNvPr id="1581" name="Shape 1581"/>
        <p:cNvGrpSpPr/>
        <p:nvPr/>
      </p:nvGrpSpPr>
      <p:grpSpPr>
        <a:xfrm>
          <a:off x="0" y="0"/>
          <a:ext cx="0" cy="0"/>
          <a:chOff x="0" y="0"/>
          <a:chExt cx="0" cy="0"/>
        </a:xfrm>
      </p:grpSpPr>
      <p:sp>
        <p:nvSpPr>
          <p:cNvPr id="1582" name="Google Shape;1582;p20"/>
          <p:cNvSpPr/>
          <p:nvPr/>
        </p:nvSpPr>
        <p:spPr>
          <a:xfrm rot="-5400000">
            <a:off x="2057213" y="-1133420"/>
            <a:ext cx="2574600" cy="2574600"/>
          </a:xfrm>
          <a:prstGeom prst="blockArc">
            <a:avLst>
              <a:gd fmla="val 3945880" name="adj1"/>
              <a:gd fmla="val 17571315" name="adj2"/>
              <a:gd fmla="val 91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0"/>
          <p:cNvSpPr txBox="1"/>
          <p:nvPr>
            <p:ph idx="1" type="subTitle"/>
          </p:nvPr>
        </p:nvSpPr>
        <p:spPr>
          <a:xfrm>
            <a:off x="4742550" y="2525550"/>
            <a:ext cx="3278400" cy="83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84" name="Google Shape;1584;p20"/>
          <p:cNvSpPr txBox="1"/>
          <p:nvPr>
            <p:ph type="title"/>
          </p:nvPr>
        </p:nvSpPr>
        <p:spPr>
          <a:xfrm>
            <a:off x="4742550" y="1786650"/>
            <a:ext cx="32784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585" name="Google Shape;1585;p20"/>
          <p:cNvSpPr/>
          <p:nvPr/>
        </p:nvSpPr>
        <p:spPr>
          <a:xfrm rot="-5400000">
            <a:off x="2294425" y="-560575"/>
            <a:ext cx="1900500" cy="1901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6" name="Google Shape;1586;p20"/>
          <p:cNvGrpSpPr/>
          <p:nvPr/>
        </p:nvGrpSpPr>
        <p:grpSpPr>
          <a:xfrm>
            <a:off x="269278" y="4129948"/>
            <a:ext cx="2227589" cy="726958"/>
            <a:chOff x="6972150" y="711750"/>
            <a:chExt cx="1039375" cy="339193"/>
          </a:xfrm>
        </p:grpSpPr>
        <p:sp>
          <p:nvSpPr>
            <p:cNvPr id="1587" name="Google Shape;1587;p20"/>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0"/>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0"/>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0"/>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0"/>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0"/>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0"/>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0"/>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0"/>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0"/>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0"/>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0"/>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0"/>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0"/>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0"/>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0"/>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0"/>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0"/>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0"/>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0"/>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0"/>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0"/>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0"/>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0"/>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0"/>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0"/>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0"/>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0"/>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0"/>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0"/>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0"/>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0"/>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9" name="Google Shape;1619;p20"/>
          <p:cNvGrpSpPr/>
          <p:nvPr/>
        </p:nvGrpSpPr>
        <p:grpSpPr>
          <a:xfrm rot="-5400000">
            <a:off x="-80933" y="615228"/>
            <a:ext cx="2227589" cy="1527191"/>
            <a:chOff x="5519300" y="372750"/>
            <a:chExt cx="1039375" cy="712575"/>
          </a:xfrm>
        </p:grpSpPr>
        <p:sp>
          <p:nvSpPr>
            <p:cNvPr id="1620" name="Google Shape;1620;p20"/>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0"/>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0"/>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0"/>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0"/>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0"/>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0"/>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0"/>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0"/>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0"/>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0"/>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0"/>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0"/>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0"/>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0"/>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0"/>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0"/>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0"/>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0"/>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0"/>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0"/>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0"/>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0"/>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0"/>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0"/>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0"/>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0"/>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0"/>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0"/>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0"/>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0"/>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0"/>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0"/>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0"/>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0"/>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0"/>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0"/>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0"/>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0"/>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0"/>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0"/>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0"/>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0"/>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0"/>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0"/>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0"/>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0"/>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0"/>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0"/>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0"/>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0"/>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0"/>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0"/>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0"/>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0"/>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0"/>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0"/>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0"/>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0"/>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0"/>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0"/>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0"/>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0"/>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0"/>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0"/>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0"/>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0"/>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
    <p:spTree>
      <p:nvGrpSpPr>
        <p:cNvPr id="1687" name="Shape 1687"/>
        <p:cNvGrpSpPr/>
        <p:nvPr/>
      </p:nvGrpSpPr>
      <p:grpSpPr>
        <a:xfrm>
          <a:off x="0" y="0"/>
          <a:ext cx="0" cy="0"/>
          <a:chOff x="0" y="0"/>
          <a:chExt cx="0" cy="0"/>
        </a:xfrm>
      </p:grpSpPr>
      <p:sp>
        <p:nvSpPr>
          <p:cNvPr id="1688" name="Google Shape;1688;p21"/>
          <p:cNvSpPr txBox="1"/>
          <p:nvPr>
            <p:ph idx="1" type="subTitle"/>
          </p:nvPr>
        </p:nvSpPr>
        <p:spPr>
          <a:xfrm>
            <a:off x="1379100" y="2694888"/>
            <a:ext cx="2337000" cy="104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9" name="Google Shape;1689;p21"/>
          <p:cNvSpPr txBox="1"/>
          <p:nvPr>
            <p:ph type="title"/>
          </p:nvPr>
        </p:nvSpPr>
        <p:spPr>
          <a:xfrm>
            <a:off x="1379100" y="1401888"/>
            <a:ext cx="2337000" cy="1293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grpSp>
        <p:nvGrpSpPr>
          <p:cNvPr id="1690" name="Google Shape;1690;p21"/>
          <p:cNvGrpSpPr/>
          <p:nvPr/>
        </p:nvGrpSpPr>
        <p:grpSpPr>
          <a:xfrm>
            <a:off x="3420104" y="-68109"/>
            <a:ext cx="2227588" cy="726522"/>
            <a:chOff x="3620725" y="372750"/>
            <a:chExt cx="1039375" cy="338989"/>
          </a:xfrm>
        </p:grpSpPr>
        <p:sp>
          <p:nvSpPr>
            <p:cNvPr id="1691" name="Google Shape;1691;p21"/>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1"/>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1"/>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1"/>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1"/>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1"/>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1"/>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1"/>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1"/>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1"/>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1"/>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1"/>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1"/>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1"/>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1"/>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1"/>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1"/>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1"/>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1"/>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1"/>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1"/>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1"/>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1"/>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1"/>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1"/>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1"/>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1"/>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1"/>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1"/>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1"/>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1"/>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1"/>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1"/>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1"/>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1"/>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1"/>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1"/>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8" name="Google Shape;1728;p21"/>
          <p:cNvGrpSpPr/>
          <p:nvPr/>
        </p:nvGrpSpPr>
        <p:grpSpPr>
          <a:xfrm rot="5400000">
            <a:off x="-820629" y="932205"/>
            <a:ext cx="2227588" cy="726522"/>
            <a:chOff x="5608450" y="1680311"/>
            <a:chExt cx="1039375" cy="338989"/>
          </a:xfrm>
        </p:grpSpPr>
        <p:sp>
          <p:nvSpPr>
            <p:cNvPr id="1729" name="Google Shape;1729;p21"/>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1"/>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1"/>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1"/>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1"/>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1"/>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1"/>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1"/>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1"/>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1"/>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1"/>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1"/>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1"/>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1"/>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1"/>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1"/>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1"/>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1"/>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1"/>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1"/>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1"/>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1"/>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1"/>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1"/>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1"/>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1"/>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1"/>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1"/>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1"/>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1"/>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1"/>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1"/>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1"/>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1"/>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1"/>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1"/>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5" name="Google Shape;1765;p21"/>
          <p:cNvSpPr/>
          <p:nvPr/>
        </p:nvSpPr>
        <p:spPr>
          <a:xfrm flipH="1">
            <a:off x="-1017276" y="1761349"/>
            <a:ext cx="1915200" cy="1915200"/>
          </a:xfrm>
          <a:prstGeom prst="blockArc">
            <a:avLst>
              <a:gd fmla="val 4170144" name="adj1"/>
              <a:gd fmla="val 17768977" name="adj2"/>
              <a:gd fmla="val 2204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1"/>
          <p:cNvSpPr/>
          <p:nvPr/>
        </p:nvSpPr>
        <p:spPr>
          <a:xfrm>
            <a:off x="2756688" y="-791362"/>
            <a:ext cx="15267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7" name="Google Shape;1767;p21"/>
          <p:cNvGrpSpPr/>
          <p:nvPr/>
        </p:nvGrpSpPr>
        <p:grpSpPr>
          <a:xfrm>
            <a:off x="6980855" y="3676541"/>
            <a:ext cx="2227589" cy="1527191"/>
            <a:chOff x="5519300" y="372750"/>
            <a:chExt cx="1039375" cy="712575"/>
          </a:xfrm>
        </p:grpSpPr>
        <p:sp>
          <p:nvSpPr>
            <p:cNvPr id="1768" name="Google Shape;1768;p21"/>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1"/>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1"/>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1"/>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1"/>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1"/>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1"/>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1"/>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1"/>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1"/>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1"/>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1"/>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1"/>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1"/>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1"/>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1"/>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1"/>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1"/>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1"/>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1"/>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1"/>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1"/>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1"/>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_1_1_1_1_1">
    <p:spTree>
      <p:nvGrpSpPr>
        <p:cNvPr id="1833" name="Shape 1833"/>
        <p:cNvGrpSpPr/>
        <p:nvPr/>
      </p:nvGrpSpPr>
      <p:grpSpPr>
        <a:xfrm>
          <a:off x="0" y="0"/>
          <a:ext cx="0" cy="0"/>
          <a:chOff x="0" y="0"/>
          <a:chExt cx="0" cy="0"/>
        </a:xfrm>
      </p:grpSpPr>
      <p:sp>
        <p:nvSpPr>
          <p:cNvPr id="1834" name="Google Shape;1834;p22"/>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835" name="Google Shape;1835;p22"/>
          <p:cNvSpPr txBox="1"/>
          <p:nvPr>
            <p:ph idx="1" type="body"/>
          </p:nvPr>
        </p:nvSpPr>
        <p:spPr>
          <a:xfrm>
            <a:off x="713275" y="1152475"/>
            <a:ext cx="7717500" cy="104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836" name="Google Shape;1836;p22"/>
          <p:cNvGrpSpPr/>
          <p:nvPr/>
        </p:nvGrpSpPr>
        <p:grpSpPr>
          <a:xfrm rot="5400000">
            <a:off x="-809808" y="679905"/>
            <a:ext cx="2227588" cy="726522"/>
            <a:chOff x="3799000" y="1820400"/>
            <a:chExt cx="1039375" cy="338989"/>
          </a:xfrm>
        </p:grpSpPr>
        <p:sp>
          <p:nvSpPr>
            <p:cNvPr id="1837" name="Google Shape;1837;p22"/>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2"/>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2"/>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2"/>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2"/>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2"/>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2"/>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2" name="Google Shape;1872;p22"/>
          <p:cNvGrpSpPr/>
          <p:nvPr/>
        </p:nvGrpSpPr>
        <p:grpSpPr>
          <a:xfrm>
            <a:off x="8402730" y="2587316"/>
            <a:ext cx="2227589" cy="1527191"/>
            <a:chOff x="5519300" y="372750"/>
            <a:chExt cx="1039375" cy="712575"/>
          </a:xfrm>
        </p:grpSpPr>
        <p:sp>
          <p:nvSpPr>
            <p:cNvPr id="1873" name="Google Shape;1873;p22"/>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2"/>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2"/>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2"/>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2"/>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2"/>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2"/>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2"/>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2"/>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2"/>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0" name="Google Shape;1940;p22"/>
          <p:cNvSpPr/>
          <p:nvPr/>
        </p:nvSpPr>
        <p:spPr>
          <a:xfrm rot="-899876">
            <a:off x="8160183" y="3901748"/>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2"/>
          <p:cNvSpPr/>
          <p:nvPr/>
        </p:nvSpPr>
        <p:spPr>
          <a:xfrm>
            <a:off x="8167884" y="4291480"/>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2"/>
          <p:cNvSpPr/>
          <p:nvPr/>
        </p:nvSpPr>
        <p:spPr>
          <a:xfrm flipH="1">
            <a:off x="-2104850" y="2015612"/>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2"/>
          <p:cNvSpPr/>
          <p:nvPr/>
        </p:nvSpPr>
        <p:spPr>
          <a:xfrm flipH="1">
            <a:off x="-1488152" y="2128389"/>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4" name="Google Shape;1944;p22"/>
          <p:cNvPicPr preferRelativeResize="0"/>
          <p:nvPr/>
        </p:nvPicPr>
        <p:blipFill>
          <a:blip r:embed="rId2">
            <a:alphaModFix/>
          </a:blip>
          <a:stretch>
            <a:fillRect/>
          </a:stretch>
        </p:blipFill>
        <p:spPr>
          <a:xfrm>
            <a:off x="8449074" y="3095000"/>
            <a:ext cx="1096325" cy="786076"/>
          </a:xfrm>
          <a:prstGeom prst="rect">
            <a:avLst/>
          </a:prstGeom>
          <a:noFill/>
          <a:ln>
            <a:noFill/>
          </a:ln>
        </p:spPr>
      </p:pic>
      <p:sp>
        <p:nvSpPr>
          <p:cNvPr id="1945" name="Google Shape;1945;p22"/>
          <p:cNvSpPr/>
          <p:nvPr/>
        </p:nvSpPr>
        <p:spPr>
          <a:xfrm rot="-3508339">
            <a:off x="8149368" y="-1588885"/>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946" name="Shape 1946"/>
        <p:cNvGrpSpPr/>
        <p:nvPr/>
      </p:nvGrpSpPr>
      <p:grpSpPr>
        <a:xfrm>
          <a:off x="0" y="0"/>
          <a:ext cx="0" cy="0"/>
          <a:chOff x="0" y="0"/>
          <a:chExt cx="0" cy="0"/>
        </a:xfrm>
      </p:grpSpPr>
      <p:sp>
        <p:nvSpPr>
          <p:cNvPr id="1947" name="Google Shape;1947;p23"/>
          <p:cNvSpPr txBox="1"/>
          <p:nvPr>
            <p:ph type="title"/>
          </p:nvPr>
        </p:nvSpPr>
        <p:spPr>
          <a:xfrm>
            <a:off x="3970800" y="445025"/>
            <a:ext cx="4483800" cy="740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948" name="Google Shape;1948;p23"/>
          <p:cNvSpPr txBox="1"/>
          <p:nvPr>
            <p:ph idx="2" type="title"/>
          </p:nvPr>
        </p:nvSpPr>
        <p:spPr>
          <a:xfrm>
            <a:off x="5277829" y="1379975"/>
            <a:ext cx="28584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49" name="Google Shape;1949;p23"/>
          <p:cNvSpPr txBox="1"/>
          <p:nvPr>
            <p:ph idx="1" type="subTitle"/>
          </p:nvPr>
        </p:nvSpPr>
        <p:spPr>
          <a:xfrm>
            <a:off x="5277829" y="1809524"/>
            <a:ext cx="2858400" cy="83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50" name="Google Shape;1950;p23"/>
          <p:cNvSpPr txBox="1"/>
          <p:nvPr>
            <p:ph idx="3" type="title"/>
          </p:nvPr>
        </p:nvSpPr>
        <p:spPr>
          <a:xfrm>
            <a:off x="5277825" y="3050476"/>
            <a:ext cx="28584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51" name="Google Shape;1951;p23"/>
          <p:cNvSpPr txBox="1"/>
          <p:nvPr>
            <p:ph idx="4" type="subTitle"/>
          </p:nvPr>
        </p:nvSpPr>
        <p:spPr>
          <a:xfrm>
            <a:off x="5277825" y="3480025"/>
            <a:ext cx="2858400" cy="83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52" name="Google Shape;1952;p23"/>
          <p:cNvSpPr/>
          <p:nvPr/>
        </p:nvSpPr>
        <p:spPr>
          <a:xfrm flipH="1">
            <a:off x="-1229493" y="2407871"/>
            <a:ext cx="2468100" cy="2468100"/>
          </a:xfrm>
          <a:prstGeom prst="blockArc">
            <a:avLst>
              <a:gd fmla="val 4832860" name="adj1"/>
              <a:gd fmla="val 19296739" name="adj2"/>
              <a:gd fmla="val 923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753325" y="2573175"/>
            <a:ext cx="1725900" cy="1725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4" name="Google Shape;1954;p23"/>
          <p:cNvGrpSpPr/>
          <p:nvPr/>
        </p:nvGrpSpPr>
        <p:grpSpPr>
          <a:xfrm rot="-5400000">
            <a:off x="7773103" y="3158403"/>
            <a:ext cx="2227588" cy="726522"/>
            <a:chOff x="3857800" y="1143286"/>
            <a:chExt cx="1039375" cy="338989"/>
          </a:xfrm>
        </p:grpSpPr>
        <p:sp>
          <p:nvSpPr>
            <p:cNvPr id="1955" name="Google Shape;1955;p23"/>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3"/>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3"/>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3"/>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3"/>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3"/>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3"/>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3"/>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3"/>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3"/>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3"/>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3"/>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3"/>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3"/>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3"/>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3"/>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3"/>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3"/>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3"/>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3"/>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3"/>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5" name="Google Shape;1985;p23"/>
          <p:cNvSpPr/>
          <p:nvPr/>
        </p:nvSpPr>
        <p:spPr>
          <a:xfrm>
            <a:off x="8622516" y="1485980"/>
            <a:ext cx="1378800" cy="1378800"/>
          </a:xfrm>
          <a:prstGeom prst="blockArc">
            <a:avLst>
              <a:gd fmla="val 4832860" name="adj1"/>
              <a:gd fmla="val 18782450" name="adj2"/>
              <a:gd fmla="val 2026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3"/>
          <p:cNvSpPr/>
          <p:nvPr/>
        </p:nvSpPr>
        <p:spPr>
          <a:xfrm>
            <a:off x="2468575" y="-646225"/>
            <a:ext cx="1185600" cy="118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_1">
    <p:spTree>
      <p:nvGrpSpPr>
        <p:cNvPr id="1987" name="Shape 1987"/>
        <p:cNvGrpSpPr/>
        <p:nvPr/>
      </p:nvGrpSpPr>
      <p:grpSpPr>
        <a:xfrm>
          <a:off x="0" y="0"/>
          <a:ext cx="0" cy="0"/>
          <a:chOff x="0" y="0"/>
          <a:chExt cx="0" cy="0"/>
        </a:xfrm>
      </p:grpSpPr>
      <p:sp>
        <p:nvSpPr>
          <p:cNvPr id="1988" name="Google Shape;1988;p24"/>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989" name="Google Shape;1989;p24"/>
          <p:cNvSpPr txBox="1"/>
          <p:nvPr>
            <p:ph idx="2" type="title"/>
          </p:nvPr>
        </p:nvSpPr>
        <p:spPr>
          <a:xfrm>
            <a:off x="2079069" y="3009750"/>
            <a:ext cx="2083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90" name="Google Shape;1990;p24"/>
          <p:cNvSpPr txBox="1"/>
          <p:nvPr>
            <p:ph idx="1" type="subTitle"/>
          </p:nvPr>
        </p:nvSpPr>
        <p:spPr>
          <a:xfrm>
            <a:off x="2079069" y="3439300"/>
            <a:ext cx="2083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91" name="Google Shape;1991;p24"/>
          <p:cNvSpPr txBox="1"/>
          <p:nvPr>
            <p:ph idx="3" type="title"/>
          </p:nvPr>
        </p:nvSpPr>
        <p:spPr>
          <a:xfrm>
            <a:off x="4981131" y="3009750"/>
            <a:ext cx="2083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92" name="Google Shape;1992;p24"/>
          <p:cNvSpPr txBox="1"/>
          <p:nvPr>
            <p:ph idx="4" type="subTitle"/>
          </p:nvPr>
        </p:nvSpPr>
        <p:spPr>
          <a:xfrm>
            <a:off x="4981131" y="3439300"/>
            <a:ext cx="2083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93" name="Google Shape;1993;p24"/>
          <p:cNvSpPr/>
          <p:nvPr/>
        </p:nvSpPr>
        <p:spPr>
          <a:xfrm flipH="1">
            <a:off x="8270391" y="22796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4" name="Google Shape;1994;p24"/>
          <p:cNvGrpSpPr/>
          <p:nvPr/>
        </p:nvGrpSpPr>
        <p:grpSpPr>
          <a:xfrm rot="5400000">
            <a:off x="7651004" y="3368691"/>
            <a:ext cx="2227589" cy="1527191"/>
            <a:chOff x="5519300" y="372750"/>
            <a:chExt cx="1039375" cy="712575"/>
          </a:xfrm>
        </p:grpSpPr>
        <p:sp>
          <p:nvSpPr>
            <p:cNvPr id="1995" name="Google Shape;1995;p24"/>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4"/>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4"/>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4"/>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4"/>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4"/>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4"/>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4"/>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4"/>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4"/>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4"/>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4"/>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4"/>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4"/>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4"/>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4"/>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4"/>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4"/>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4"/>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4"/>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4"/>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4"/>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4"/>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4"/>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4"/>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4"/>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4"/>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4"/>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4"/>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4"/>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4"/>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4"/>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4"/>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4"/>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4"/>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4"/>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4"/>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4"/>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4"/>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4"/>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4"/>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4"/>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4"/>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4"/>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4"/>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4"/>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4"/>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4"/>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4"/>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4"/>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4"/>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4"/>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4"/>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4"/>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4"/>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4"/>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4"/>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4"/>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4"/>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4"/>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4"/>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4"/>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4"/>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4"/>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4"/>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4"/>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4"/>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2" name="Google Shape;2062;p24"/>
          <p:cNvGrpSpPr/>
          <p:nvPr/>
        </p:nvGrpSpPr>
        <p:grpSpPr>
          <a:xfrm rot="-5400000">
            <a:off x="-818942" y="1077257"/>
            <a:ext cx="2227588" cy="726522"/>
            <a:chOff x="3799000" y="1820400"/>
            <a:chExt cx="1039375" cy="338989"/>
          </a:xfrm>
        </p:grpSpPr>
        <p:sp>
          <p:nvSpPr>
            <p:cNvPr id="2063" name="Google Shape;2063;p24"/>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4"/>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4"/>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4"/>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4"/>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4"/>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4"/>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4"/>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4"/>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4"/>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4"/>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4"/>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4"/>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4"/>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4"/>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4"/>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4"/>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4"/>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4"/>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4"/>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4"/>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4"/>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4"/>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4"/>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4"/>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4"/>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4"/>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4"/>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4"/>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4"/>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4"/>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4"/>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4"/>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4"/>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4"/>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4"/>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9" name="Google Shape;2099;p24"/>
          <p:cNvSpPr/>
          <p:nvPr/>
        </p:nvSpPr>
        <p:spPr>
          <a:xfrm flipH="1">
            <a:off x="-1058342" y="3902385"/>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0" name="Google Shape;2100;p24"/>
          <p:cNvPicPr preferRelativeResize="0"/>
          <p:nvPr/>
        </p:nvPicPr>
        <p:blipFill>
          <a:blip r:embed="rId2">
            <a:alphaModFix/>
          </a:blip>
          <a:stretch>
            <a:fillRect/>
          </a:stretch>
        </p:blipFill>
        <p:spPr>
          <a:xfrm>
            <a:off x="100850" y="3694589"/>
            <a:ext cx="1306575" cy="1368000"/>
          </a:xfrm>
          <a:prstGeom prst="rect">
            <a:avLst/>
          </a:prstGeom>
          <a:noFill/>
          <a:ln>
            <a:noFill/>
          </a:ln>
        </p:spPr>
      </p:pic>
      <p:sp>
        <p:nvSpPr>
          <p:cNvPr id="2101" name="Google Shape;2101;p24"/>
          <p:cNvSpPr/>
          <p:nvPr/>
        </p:nvSpPr>
        <p:spPr>
          <a:xfrm flipH="1" rot="5400000">
            <a:off x="-383111" y="-1285175"/>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4"/>
          <p:cNvSpPr/>
          <p:nvPr/>
        </p:nvSpPr>
        <p:spPr>
          <a:xfrm flipH="1">
            <a:off x="-87012" y="-979068"/>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3" name="Google Shape;2103;p24"/>
          <p:cNvPicPr preferRelativeResize="0"/>
          <p:nvPr/>
        </p:nvPicPr>
        <p:blipFill>
          <a:blip r:embed="rId3">
            <a:alphaModFix/>
          </a:blip>
          <a:stretch>
            <a:fillRect/>
          </a:stretch>
        </p:blipFill>
        <p:spPr>
          <a:xfrm>
            <a:off x="8514494" y="748521"/>
            <a:ext cx="1013918" cy="726975"/>
          </a:xfrm>
          <a:prstGeom prst="rect">
            <a:avLst/>
          </a:prstGeom>
          <a:noFill/>
          <a:ln>
            <a:noFill/>
          </a:ln>
        </p:spPr>
      </p:pic>
      <p:sp>
        <p:nvSpPr>
          <p:cNvPr id="2104" name="Google Shape;2104;p24"/>
          <p:cNvSpPr/>
          <p:nvPr/>
        </p:nvSpPr>
        <p:spPr>
          <a:xfrm flipH="1" rot="-5400000">
            <a:off x="6829239" y="4604100"/>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4"/>
          <p:cNvSpPr/>
          <p:nvPr/>
        </p:nvSpPr>
        <p:spPr>
          <a:xfrm flipH="1" rot="10800000">
            <a:off x="6912341" y="4676592"/>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6" name="Google Shape;2106;p24"/>
          <p:cNvPicPr preferRelativeResize="0"/>
          <p:nvPr/>
        </p:nvPicPr>
        <p:blipFill>
          <a:blip r:embed="rId3">
            <a:alphaModFix/>
          </a:blip>
          <a:stretch>
            <a:fillRect/>
          </a:stretch>
        </p:blipFill>
        <p:spPr>
          <a:xfrm>
            <a:off x="1567494" y="4676596"/>
            <a:ext cx="1013918" cy="726975"/>
          </a:xfrm>
          <a:prstGeom prst="rect">
            <a:avLst/>
          </a:prstGeom>
          <a:noFill/>
          <a:ln>
            <a:noFill/>
          </a:ln>
        </p:spPr>
      </p:pic>
      <p:pic>
        <p:nvPicPr>
          <p:cNvPr id="2107" name="Google Shape;2107;p24"/>
          <p:cNvPicPr preferRelativeResize="0"/>
          <p:nvPr/>
        </p:nvPicPr>
        <p:blipFill>
          <a:blip r:embed="rId3">
            <a:alphaModFix/>
          </a:blip>
          <a:stretch>
            <a:fillRect/>
          </a:stretch>
        </p:blipFill>
        <p:spPr>
          <a:xfrm>
            <a:off x="-508956" y="2685121"/>
            <a:ext cx="1013918" cy="726975"/>
          </a:xfrm>
          <a:prstGeom prst="rect">
            <a:avLst/>
          </a:prstGeom>
          <a:noFill/>
          <a:ln>
            <a:noFill/>
          </a:ln>
        </p:spPr>
      </p:pic>
      <p:pic>
        <p:nvPicPr>
          <p:cNvPr id="2108" name="Google Shape;2108;p24"/>
          <p:cNvPicPr preferRelativeResize="0"/>
          <p:nvPr/>
        </p:nvPicPr>
        <p:blipFill>
          <a:blip r:embed="rId3">
            <a:alphaModFix/>
          </a:blip>
          <a:stretch>
            <a:fillRect/>
          </a:stretch>
        </p:blipFill>
        <p:spPr>
          <a:xfrm>
            <a:off x="7722166" y="-427950"/>
            <a:ext cx="1217532" cy="87297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3_1_1_2">
    <p:spTree>
      <p:nvGrpSpPr>
        <p:cNvPr id="2109" name="Shape 2109"/>
        <p:cNvGrpSpPr/>
        <p:nvPr/>
      </p:nvGrpSpPr>
      <p:grpSpPr>
        <a:xfrm>
          <a:off x="0" y="0"/>
          <a:ext cx="0" cy="0"/>
          <a:chOff x="0" y="0"/>
          <a:chExt cx="0" cy="0"/>
        </a:xfrm>
      </p:grpSpPr>
      <p:sp>
        <p:nvSpPr>
          <p:cNvPr id="2110" name="Google Shape;2110;p25"/>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111" name="Google Shape;2111;p25"/>
          <p:cNvSpPr txBox="1"/>
          <p:nvPr>
            <p:ph idx="1" type="subTitle"/>
          </p:nvPr>
        </p:nvSpPr>
        <p:spPr>
          <a:xfrm>
            <a:off x="1237236" y="1649888"/>
            <a:ext cx="3136200" cy="234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2" name="Google Shape;2112;p25"/>
          <p:cNvSpPr txBox="1"/>
          <p:nvPr>
            <p:ph idx="2" type="subTitle"/>
          </p:nvPr>
        </p:nvSpPr>
        <p:spPr>
          <a:xfrm>
            <a:off x="4770564" y="1649888"/>
            <a:ext cx="3136200" cy="234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13" name="Google Shape;2113;p25"/>
          <p:cNvGrpSpPr/>
          <p:nvPr/>
        </p:nvGrpSpPr>
        <p:grpSpPr>
          <a:xfrm rot="5400000">
            <a:off x="-716077" y="3282010"/>
            <a:ext cx="2227568" cy="326604"/>
            <a:chOff x="5911703" y="-1770615"/>
            <a:chExt cx="2227568" cy="326604"/>
          </a:xfrm>
        </p:grpSpPr>
        <p:sp>
          <p:nvSpPr>
            <p:cNvPr id="2114" name="Google Shape;2114;p25"/>
            <p:cNvSpPr/>
            <p:nvPr/>
          </p:nvSpPr>
          <p:spPr>
            <a:xfrm>
              <a:off x="8013271"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5"/>
            <p:cNvSpPr/>
            <p:nvPr/>
          </p:nvSpPr>
          <p:spPr>
            <a:xfrm>
              <a:off x="7631168"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5"/>
            <p:cNvSpPr/>
            <p:nvPr/>
          </p:nvSpPr>
          <p:spPr>
            <a:xfrm>
              <a:off x="7249064"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5"/>
            <p:cNvSpPr/>
            <p:nvPr/>
          </p:nvSpPr>
          <p:spPr>
            <a:xfrm>
              <a:off x="7058013"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5"/>
            <p:cNvSpPr/>
            <p:nvPr/>
          </p:nvSpPr>
          <p:spPr>
            <a:xfrm>
              <a:off x="6102754"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5"/>
            <p:cNvSpPr/>
            <p:nvPr/>
          </p:nvSpPr>
          <p:spPr>
            <a:xfrm>
              <a:off x="6293806"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5"/>
            <p:cNvSpPr/>
            <p:nvPr/>
          </p:nvSpPr>
          <p:spPr>
            <a:xfrm>
              <a:off x="5911703"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5"/>
            <p:cNvSpPr/>
            <p:nvPr/>
          </p:nvSpPr>
          <p:spPr>
            <a:xfrm>
              <a:off x="7822219"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5"/>
            <p:cNvSpPr/>
            <p:nvPr/>
          </p:nvSpPr>
          <p:spPr>
            <a:xfrm>
              <a:off x="8013271"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5"/>
            <p:cNvSpPr/>
            <p:nvPr/>
          </p:nvSpPr>
          <p:spPr>
            <a:xfrm>
              <a:off x="7249064"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a:off x="7440116"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a:off x="7058013"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6675909"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6866961"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a:off x="6484858"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a:off x="6293806"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a:off x="5911703"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1" name="Google Shape;2131;p25"/>
          <p:cNvSpPr/>
          <p:nvPr/>
        </p:nvSpPr>
        <p:spPr>
          <a:xfrm flipH="1" rot="8223760">
            <a:off x="8066614" y="3302903"/>
            <a:ext cx="1986206" cy="1986646"/>
          </a:xfrm>
          <a:prstGeom prst="blockArc">
            <a:avLst>
              <a:gd fmla="val 5100224" name="adj1"/>
              <a:gd fmla="val 16890590" name="adj2"/>
              <a:gd fmla="val 2586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flipH="1" rot="8223572">
            <a:off x="8098025" y="3495149"/>
            <a:ext cx="1534706" cy="1534721"/>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flipH="1" rot="656896">
            <a:off x="-1466385" y="950324"/>
            <a:ext cx="2255655" cy="2255712"/>
          </a:xfrm>
          <a:prstGeom prst="blockArc">
            <a:avLst>
              <a:gd fmla="val 5100224" name="adj1"/>
              <a:gd fmla="val 17105252" name="adj2"/>
              <a:gd fmla="val 2295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flipH="1" rot="656663">
            <a:off x="-951810" y="1473801"/>
            <a:ext cx="1742900" cy="174295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5" name="Google Shape;2135;p25"/>
          <p:cNvGrpSpPr/>
          <p:nvPr/>
        </p:nvGrpSpPr>
        <p:grpSpPr>
          <a:xfrm flipH="1" rot="-5400000">
            <a:off x="7876900" y="1636706"/>
            <a:ext cx="2036537" cy="726522"/>
            <a:chOff x="5697593" y="1680311"/>
            <a:chExt cx="950232" cy="338989"/>
          </a:xfrm>
        </p:grpSpPr>
        <p:sp>
          <p:nvSpPr>
            <p:cNvPr id="2136" name="Google Shape;2136;p25"/>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5"/>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5"/>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5"/>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5"/>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5"/>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5"/>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5"/>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5"/>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5"/>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5"/>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5"/>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5"/>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5"/>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5"/>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5"/>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5"/>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5"/>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5"/>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5"/>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5"/>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5"/>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5"/>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5"/>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5"/>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5"/>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5"/>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5"/>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5"/>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5"/>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6" name="Google Shape;2166;p25"/>
          <p:cNvGrpSpPr/>
          <p:nvPr/>
        </p:nvGrpSpPr>
        <p:grpSpPr>
          <a:xfrm flipH="1">
            <a:off x="-381821" y="-103359"/>
            <a:ext cx="2227588" cy="726522"/>
            <a:chOff x="3620725" y="372750"/>
            <a:chExt cx="1039375" cy="338989"/>
          </a:xfrm>
        </p:grpSpPr>
        <p:sp>
          <p:nvSpPr>
            <p:cNvPr id="2167" name="Google Shape;2167;p25"/>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5"/>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5"/>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5"/>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5"/>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5"/>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5"/>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5"/>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5"/>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5"/>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5"/>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5"/>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5"/>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5"/>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5"/>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5"/>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5"/>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5"/>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5"/>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5"/>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5"/>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5"/>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5"/>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5"/>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5"/>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5"/>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5"/>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5"/>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5"/>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5"/>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5"/>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5"/>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5"/>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5"/>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5"/>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5"/>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5"/>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04" name="Google Shape;2204;p25"/>
          <p:cNvPicPr preferRelativeResize="0"/>
          <p:nvPr/>
        </p:nvPicPr>
        <p:blipFill>
          <a:blip r:embed="rId2">
            <a:alphaModFix/>
          </a:blip>
          <a:stretch>
            <a:fillRect/>
          </a:stretch>
        </p:blipFill>
        <p:spPr>
          <a:xfrm>
            <a:off x="8634597" y="3947683"/>
            <a:ext cx="665700" cy="1111385"/>
          </a:xfrm>
          <a:prstGeom prst="rect">
            <a:avLst/>
          </a:prstGeom>
          <a:noFill/>
          <a:ln>
            <a:noFill/>
          </a:ln>
        </p:spPr>
      </p:pic>
      <p:sp>
        <p:nvSpPr>
          <p:cNvPr id="2205" name="Google Shape;2205;p25"/>
          <p:cNvSpPr/>
          <p:nvPr/>
        </p:nvSpPr>
        <p:spPr>
          <a:xfrm flipH="1" rot="-4743008">
            <a:off x="936100" y="4678764"/>
            <a:ext cx="2593314" cy="2593371"/>
          </a:xfrm>
          <a:prstGeom prst="blockArc">
            <a:avLst>
              <a:gd fmla="val 5100224" name="adj1"/>
              <a:gd fmla="val 16747037" name="adj2"/>
              <a:gd fmla="val 1124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5"/>
          <p:cNvSpPr/>
          <p:nvPr/>
        </p:nvSpPr>
        <p:spPr>
          <a:xfrm flipH="1" rot="-4743408">
            <a:off x="1537977" y="4676626"/>
            <a:ext cx="2003838" cy="2003895"/>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_1_1_1">
    <p:spTree>
      <p:nvGrpSpPr>
        <p:cNvPr id="2207" name="Shape 2207"/>
        <p:cNvGrpSpPr/>
        <p:nvPr/>
      </p:nvGrpSpPr>
      <p:grpSpPr>
        <a:xfrm>
          <a:off x="0" y="0"/>
          <a:ext cx="0" cy="0"/>
          <a:chOff x="0" y="0"/>
          <a:chExt cx="0" cy="0"/>
        </a:xfrm>
      </p:grpSpPr>
      <p:sp>
        <p:nvSpPr>
          <p:cNvPr id="2208" name="Google Shape;2208;p26"/>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209" name="Google Shape;2209;p26"/>
          <p:cNvSpPr txBox="1"/>
          <p:nvPr>
            <p:ph idx="2" type="title"/>
          </p:nvPr>
        </p:nvSpPr>
        <p:spPr>
          <a:xfrm>
            <a:off x="1099200" y="2941050"/>
            <a:ext cx="20067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0" name="Google Shape;2210;p26"/>
          <p:cNvSpPr txBox="1"/>
          <p:nvPr>
            <p:ph idx="1" type="subTitle"/>
          </p:nvPr>
        </p:nvSpPr>
        <p:spPr>
          <a:xfrm>
            <a:off x="1099200" y="3370599"/>
            <a:ext cx="2006700" cy="8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11" name="Google Shape;2211;p26"/>
          <p:cNvSpPr txBox="1"/>
          <p:nvPr>
            <p:ph idx="3" type="title"/>
          </p:nvPr>
        </p:nvSpPr>
        <p:spPr>
          <a:xfrm>
            <a:off x="3528012" y="2941050"/>
            <a:ext cx="20067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2" name="Google Shape;2212;p26"/>
          <p:cNvSpPr txBox="1"/>
          <p:nvPr>
            <p:ph idx="4" type="subTitle"/>
          </p:nvPr>
        </p:nvSpPr>
        <p:spPr>
          <a:xfrm>
            <a:off x="3528012" y="3370600"/>
            <a:ext cx="2006700" cy="8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13" name="Google Shape;2213;p26"/>
          <p:cNvSpPr txBox="1"/>
          <p:nvPr>
            <p:ph idx="5" type="title"/>
          </p:nvPr>
        </p:nvSpPr>
        <p:spPr>
          <a:xfrm>
            <a:off x="5956750" y="2941050"/>
            <a:ext cx="20067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4" name="Google Shape;2214;p26"/>
          <p:cNvSpPr txBox="1"/>
          <p:nvPr>
            <p:ph idx="6" type="subTitle"/>
          </p:nvPr>
        </p:nvSpPr>
        <p:spPr>
          <a:xfrm>
            <a:off x="5956750" y="3370600"/>
            <a:ext cx="2006700" cy="8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215" name="Google Shape;2215;p26"/>
          <p:cNvGrpSpPr/>
          <p:nvPr/>
        </p:nvGrpSpPr>
        <p:grpSpPr>
          <a:xfrm>
            <a:off x="7130578" y="4680303"/>
            <a:ext cx="2227588" cy="726522"/>
            <a:chOff x="3857800" y="1143286"/>
            <a:chExt cx="1039375" cy="338989"/>
          </a:xfrm>
        </p:grpSpPr>
        <p:sp>
          <p:nvSpPr>
            <p:cNvPr id="2216" name="Google Shape;2216;p26"/>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6"/>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6"/>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6"/>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6"/>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6"/>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6"/>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6"/>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6"/>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6"/>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6"/>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6"/>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6"/>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6"/>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6"/>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6"/>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6"/>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6"/>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6"/>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6"/>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6"/>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6"/>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6"/>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6"/>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6"/>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6"/>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6"/>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6"/>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6"/>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6"/>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6" name="Google Shape;2246;p26"/>
          <p:cNvGrpSpPr/>
          <p:nvPr/>
        </p:nvGrpSpPr>
        <p:grpSpPr>
          <a:xfrm>
            <a:off x="-254692" y="-76870"/>
            <a:ext cx="2227588" cy="726522"/>
            <a:chOff x="5608450" y="1680311"/>
            <a:chExt cx="1039375" cy="338989"/>
          </a:xfrm>
        </p:grpSpPr>
        <p:sp>
          <p:nvSpPr>
            <p:cNvPr id="2247" name="Google Shape;2247;p26"/>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6"/>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6"/>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6"/>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6"/>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6"/>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6"/>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6"/>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6"/>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6"/>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6"/>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6"/>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6"/>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6"/>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6"/>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6"/>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6"/>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6"/>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6"/>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6"/>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6"/>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6"/>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6"/>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6"/>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6"/>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6"/>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6"/>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6"/>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6"/>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6"/>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6"/>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6"/>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6"/>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6"/>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6"/>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6"/>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3" name="Google Shape;2283;p26"/>
          <p:cNvSpPr/>
          <p:nvPr/>
        </p:nvSpPr>
        <p:spPr>
          <a:xfrm rot="-1856039">
            <a:off x="8454804" y="2577737"/>
            <a:ext cx="2574846" cy="2574846"/>
          </a:xfrm>
          <a:prstGeom prst="blockArc">
            <a:avLst>
              <a:gd fmla="val 5958233" name="adj1"/>
              <a:gd fmla="val 17338531" name="adj2"/>
              <a:gd fmla="val 848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6"/>
          <p:cNvSpPr/>
          <p:nvPr/>
        </p:nvSpPr>
        <p:spPr>
          <a:xfrm>
            <a:off x="8472788" y="25100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6"/>
          <p:cNvSpPr/>
          <p:nvPr/>
        </p:nvSpPr>
        <p:spPr>
          <a:xfrm flipH="1" rot="1856039">
            <a:off x="-1791221" y="147812"/>
            <a:ext cx="2574846" cy="2574846"/>
          </a:xfrm>
          <a:prstGeom prst="blockArc">
            <a:avLst>
              <a:gd fmla="val 5958233" name="adj1"/>
              <a:gd fmla="val 17474158" name="adj2"/>
              <a:gd fmla="val 1592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6"/>
          <p:cNvSpPr/>
          <p:nvPr/>
        </p:nvSpPr>
        <p:spPr>
          <a:xfrm flipH="1">
            <a:off x="-1205123" y="422875"/>
            <a:ext cx="2118000" cy="2118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6"/>
          <p:cNvSpPr/>
          <p:nvPr/>
        </p:nvSpPr>
        <p:spPr>
          <a:xfrm>
            <a:off x="6337536" y="4893650"/>
            <a:ext cx="1326600" cy="1327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8" name="Google Shape;2288;p26"/>
          <p:cNvGrpSpPr/>
          <p:nvPr/>
        </p:nvGrpSpPr>
        <p:grpSpPr>
          <a:xfrm>
            <a:off x="282666" y="4529415"/>
            <a:ext cx="485944" cy="339170"/>
            <a:chOff x="5265975" y="1869575"/>
            <a:chExt cx="269400" cy="128825"/>
          </a:xfrm>
        </p:grpSpPr>
        <p:cxnSp>
          <p:nvCxnSpPr>
            <p:cNvPr id="2289" name="Google Shape;2289;p26"/>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290" name="Google Shape;2290;p26"/>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291" name="Google Shape;2291;p26"/>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292" name="Google Shape;2292;p26"/>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293" name="Google Shape;2293;p26"/>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_1_1_1_1_1_1_1">
    <p:spTree>
      <p:nvGrpSpPr>
        <p:cNvPr id="2294" name="Shape 2294"/>
        <p:cNvGrpSpPr/>
        <p:nvPr/>
      </p:nvGrpSpPr>
      <p:grpSpPr>
        <a:xfrm>
          <a:off x="0" y="0"/>
          <a:ext cx="0" cy="0"/>
          <a:chOff x="0" y="0"/>
          <a:chExt cx="0" cy="0"/>
        </a:xfrm>
      </p:grpSpPr>
      <p:sp>
        <p:nvSpPr>
          <p:cNvPr id="2295" name="Google Shape;2295;p27"/>
          <p:cNvSpPr txBox="1"/>
          <p:nvPr>
            <p:ph type="title"/>
          </p:nvPr>
        </p:nvSpPr>
        <p:spPr>
          <a:xfrm>
            <a:off x="4567401" y="445025"/>
            <a:ext cx="3863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296" name="Google Shape;2296;p27"/>
          <p:cNvSpPr txBox="1"/>
          <p:nvPr>
            <p:ph idx="2" type="title"/>
          </p:nvPr>
        </p:nvSpPr>
        <p:spPr>
          <a:xfrm>
            <a:off x="5368999" y="1240325"/>
            <a:ext cx="2878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7" name="Google Shape;2297;p27"/>
          <p:cNvSpPr txBox="1"/>
          <p:nvPr>
            <p:ph idx="1" type="subTitle"/>
          </p:nvPr>
        </p:nvSpPr>
        <p:spPr>
          <a:xfrm>
            <a:off x="5369002" y="1669875"/>
            <a:ext cx="2878200" cy="39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98" name="Google Shape;2298;p27"/>
          <p:cNvSpPr txBox="1"/>
          <p:nvPr>
            <p:ph idx="3" type="title"/>
          </p:nvPr>
        </p:nvSpPr>
        <p:spPr>
          <a:xfrm>
            <a:off x="5369000" y="2905671"/>
            <a:ext cx="2878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9" name="Google Shape;2299;p27"/>
          <p:cNvSpPr txBox="1"/>
          <p:nvPr>
            <p:ph idx="4" type="subTitle"/>
          </p:nvPr>
        </p:nvSpPr>
        <p:spPr>
          <a:xfrm>
            <a:off x="5369002" y="3335220"/>
            <a:ext cx="2878200" cy="39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00" name="Google Shape;2300;p27"/>
          <p:cNvSpPr txBox="1"/>
          <p:nvPr>
            <p:ph idx="5" type="title"/>
          </p:nvPr>
        </p:nvSpPr>
        <p:spPr>
          <a:xfrm>
            <a:off x="5368999" y="2073008"/>
            <a:ext cx="2878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01" name="Google Shape;2301;p27"/>
          <p:cNvSpPr txBox="1"/>
          <p:nvPr>
            <p:ph idx="6" type="subTitle"/>
          </p:nvPr>
        </p:nvSpPr>
        <p:spPr>
          <a:xfrm>
            <a:off x="5369002" y="2502560"/>
            <a:ext cx="2878200" cy="39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02" name="Google Shape;2302;p27"/>
          <p:cNvSpPr txBox="1"/>
          <p:nvPr>
            <p:ph idx="7" type="title"/>
          </p:nvPr>
        </p:nvSpPr>
        <p:spPr>
          <a:xfrm>
            <a:off x="5369000" y="3735832"/>
            <a:ext cx="2878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03" name="Google Shape;2303;p27"/>
          <p:cNvSpPr txBox="1"/>
          <p:nvPr>
            <p:ph idx="8" type="subTitle"/>
          </p:nvPr>
        </p:nvSpPr>
        <p:spPr>
          <a:xfrm>
            <a:off x="5369000" y="4165381"/>
            <a:ext cx="2878200" cy="3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04" name="Google Shape;2304;p27"/>
          <p:cNvSpPr/>
          <p:nvPr/>
        </p:nvSpPr>
        <p:spPr>
          <a:xfrm flipH="1" rot="-5400000">
            <a:off x="1032349" y="3870837"/>
            <a:ext cx="2424900" cy="2424900"/>
          </a:xfrm>
          <a:prstGeom prst="blockArc">
            <a:avLst>
              <a:gd fmla="val 4146271" name="adj1"/>
              <a:gd fmla="val 18434685" name="adj2"/>
              <a:gd fmla="val 2137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7"/>
          <p:cNvSpPr/>
          <p:nvPr/>
        </p:nvSpPr>
        <p:spPr>
          <a:xfrm flipH="1">
            <a:off x="-1230427" y="328923"/>
            <a:ext cx="3063300" cy="3063300"/>
          </a:xfrm>
          <a:prstGeom prst="blockArc">
            <a:avLst>
              <a:gd fmla="val 4146271" name="adj1"/>
              <a:gd fmla="val 17442719" name="adj2"/>
              <a:gd fmla="val 10272"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7"/>
          <p:cNvSpPr/>
          <p:nvPr/>
        </p:nvSpPr>
        <p:spPr>
          <a:xfrm flipH="1">
            <a:off x="-831976" y="539375"/>
            <a:ext cx="2488800" cy="2489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7"/>
          <p:cNvSpPr/>
          <p:nvPr/>
        </p:nvSpPr>
        <p:spPr>
          <a:xfrm flipH="1" rot="626">
            <a:off x="2212555" y="-600269"/>
            <a:ext cx="1647000" cy="1647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8" name="Google Shape;2308;p27"/>
          <p:cNvGrpSpPr/>
          <p:nvPr/>
        </p:nvGrpSpPr>
        <p:grpSpPr>
          <a:xfrm>
            <a:off x="1502329" y="4322353"/>
            <a:ext cx="2227588" cy="726522"/>
            <a:chOff x="3620725" y="372750"/>
            <a:chExt cx="1039375" cy="338989"/>
          </a:xfrm>
        </p:grpSpPr>
        <p:sp>
          <p:nvSpPr>
            <p:cNvPr id="2309" name="Google Shape;2309;p27"/>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7"/>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7"/>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7"/>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7"/>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7"/>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7"/>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7"/>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7"/>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7"/>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7"/>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27"/>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27"/>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7"/>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27"/>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7"/>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7"/>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7"/>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27"/>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27"/>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27"/>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7"/>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27"/>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27"/>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7"/>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7"/>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7"/>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7"/>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7"/>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7"/>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7"/>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7"/>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7"/>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7"/>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7"/>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27"/>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7"/>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46" name="Google Shape;2346;p27"/>
          <p:cNvSpPr/>
          <p:nvPr/>
        </p:nvSpPr>
        <p:spPr>
          <a:xfrm flipH="1" rot="10800000">
            <a:off x="8580477" y="765237"/>
            <a:ext cx="1647000" cy="1647000"/>
          </a:xfrm>
          <a:prstGeom prst="blockArc">
            <a:avLst>
              <a:gd fmla="val 4146271" name="adj1"/>
              <a:gd fmla="val 18434685" name="adj2"/>
              <a:gd fmla="val 2137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7"/>
          <p:cNvSpPr/>
          <p:nvPr/>
        </p:nvSpPr>
        <p:spPr>
          <a:xfrm flipH="1" rot="10800000">
            <a:off x="8639604" y="1125452"/>
            <a:ext cx="1338000" cy="1338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8" name="Google Shape;2348;p27"/>
          <p:cNvGrpSpPr/>
          <p:nvPr/>
        </p:nvGrpSpPr>
        <p:grpSpPr>
          <a:xfrm rot="5400000">
            <a:off x="-460947" y="3018540"/>
            <a:ext cx="2227588" cy="726522"/>
            <a:chOff x="3857800" y="1143286"/>
            <a:chExt cx="1039375" cy="338989"/>
          </a:xfrm>
        </p:grpSpPr>
        <p:sp>
          <p:nvSpPr>
            <p:cNvPr id="2349" name="Google Shape;2349;p27"/>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7"/>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7"/>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7"/>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7"/>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7"/>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7"/>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7"/>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7"/>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7"/>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7"/>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7"/>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7"/>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7"/>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7"/>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7"/>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7"/>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7"/>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7"/>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7"/>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7"/>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7"/>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7"/>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7"/>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7"/>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7"/>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7"/>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7"/>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7"/>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7"/>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9" name="Google Shape;2379;p27"/>
          <p:cNvSpPr txBox="1"/>
          <p:nvPr>
            <p:ph hasCustomPrompt="1" idx="9" type="title"/>
          </p:nvPr>
        </p:nvSpPr>
        <p:spPr>
          <a:xfrm>
            <a:off x="4503190" y="1477975"/>
            <a:ext cx="6585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80" name="Google Shape;2380;p27"/>
          <p:cNvSpPr txBox="1"/>
          <p:nvPr>
            <p:ph hasCustomPrompt="1" idx="13" type="title"/>
          </p:nvPr>
        </p:nvSpPr>
        <p:spPr>
          <a:xfrm>
            <a:off x="4503190" y="2301691"/>
            <a:ext cx="6585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81" name="Google Shape;2381;p27"/>
          <p:cNvSpPr txBox="1"/>
          <p:nvPr>
            <p:ph hasCustomPrompt="1" idx="14" type="title"/>
          </p:nvPr>
        </p:nvSpPr>
        <p:spPr>
          <a:xfrm>
            <a:off x="4503190" y="3131278"/>
            <a:ext cx="6585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82" name="Google Shape;2382;p27"/>
          <p:cNvSpPr txBox="1"/>
          <p:nvPr>
            <p:ph hasCustomPrompt="1" idx="15" type="title"/>
          </p:nvPr>
        </p:nvSpPr>
        <p:spPr>
          <a:xfrm>
            <a:off x="4503190" y="3977185"/>
            <a:ext cx="6585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2383" name="Shape 2383"/>
        <p:cNvGrpSpPr/>
        <p:nvPr/>
      </p:nvGrpSpPr>
      <p:grpSpPr>
        <a:xfrm>
          <a:off x="0" y="0"/>
          <a:ext cx="0" cy="0"/>
          <a:chOff x="0" y="0"/>
          <a:chExt cx="0" cy="0"/>
        </a:xfrm>
      </p:grpSpPr>
      <p:sp>
        <p:nvSpPr>
          <p:cNvPr id="2384" name="Google Shape;2384;p28"/>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385" name="Google Shape;2385;p28"/>
          <p:cNvSpPr txBox="1"/>
          <p:nvPr>
            <p:ph idx="2" type="title"/>
          </p:nvPr>
        </p:nvSpPr>
        <p:spPr>
          <a:xfrm>
            <a:off x="1015475" y="3267050"/>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86" name="Google Shape;2386;p28"/>
          <p:cNvSpPr txBox="1"/>
          <p:nvPr>
            <p:ph idx="1" type="subTitle"/>
          </p:nvPr>
        </p:nvSpPr>
        <p:spPr>
          <a:xfrm>
            <a:off x="1015475" y="3696599"/>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7" name="Google Shape;2387;p28"/>
          <p:cNvSpPr txBox="1"/>
          <p:nvPr>
            <p:ph idx="3" type="title"/>
          </p:nvPr>
        </p:nvSpPr>
        <p:spPr>
          <a:xfrm>
            <a:off x="3671479" y="3267050"/>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88" name="Google Shape;2388;p28"/>
          <p:cNvSpPr txBox="1"/>
          <p:nvPr>
            <p:ph idx="4" type="subTitle"/>
          </p:nvPr>
        </p:nvSpPr>
        <p:spPr>
          <a:xfrm>
            <a:off x="3671479" y="3696600"/>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9" name="Google Shape;2389;p28"/>
          <p:cNvSpPr txBox="1"/>
          <p:nvPr>
            <p:ph idx="5" type="title"/>
          </p:nvPr>
        </p:nvSpPr>
        <p:spPr>
          <a:xfrm>
            <a:off x="6327467" y="3267050"/>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0" name="Google Shape;2390;p28"/>
          <p:cNvSpPr txBox="1"/>
          <p:nvPr>
            <p:ph idx="6" type="subTitle"/>
          </p:nvPr>
        </p:nvSpPr>
        <p:spPr>
          <a:xfrm>
            <a:off x="6327467" y="3696600"/>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1" name="Google Shape;2391;p28"/>
          <p:cNvSpPr txBox="1"/>
          <p:nvPr>
            <p:ph idx="7" type="title"/>
          </p:nvPr>
        </p:nvSpPr>
        <p:spPr>
          <a:xfrm>
            <a:off x="1015475" y="1689375"/>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2" name="Google Shape;2392;p28"/>
          <p:cNvSpPr txBox="1"/>
          <p:nvPr>
            <p:ph idx="8" type="subTitle"/>
          </p:nvPr>
        </p:nvSpPr>
        <p:spPr>
          <a:xfrm>
            <a:off x="1015475" y="2118925"/>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3" name="Google Shape;2393;p28"/>
          <p:cNvSpPr txBox="1"/>
          <p:nvPr>
            <p:ph idx="9" type="title"/>
          </p:nvPr>
        </p:nvSpPr>
        <p:spPr>
          <a:xfrm>
            <a:off x="3671479" y="1689375"/>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4" name="Google Shape;2394;p28"/>
          <p:cNvSpPr txBox="1"/>
          <p:nvPr>
            <p:ph idx="13" type="subTitle"/>
          </p:nvPr>
        </p:nvSpPr>
        <p:spPr>
          <a:xfrm>
            <a:off x="3671479" y="2118925"/>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5" name="Google Shape;2395;p28"/>
          <p:cNvSpPr txBox="1"/>
          <p:nvPr>
            <p:ph idx="14" type="title"/>
          </p:nvPr>
        </p:nvSpPr>
        <p:spPr>
          <a:xfrm>
            <a:off x="6327467" y="1689375"/>
            <a:ext cx="1801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6" name="Google Shape;2396;p28"/>
          <p:cNvSpPr txBox="1"/>
          <p:nvPr>
            <p:ph idx="15" type="subTitle"/>
          </p:nvPr>
        </p:nvSpPr>
        <p:spPr>
          <a:xfrm>
            <a:off x="6327467" y="2118925"/>
            <a:ext cx="1801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7" name="Google Shape;2397;p28"/>
          <p:cNvSpPr/>
          <p:nvPr/>
        </p:nvSpPr>
        <p:spPr>
          <a:xfrm flipH="1" rot="-4499800">
            <a:off x="8145920" y="4621513"/>
            <a:ext cx="1939931" cy="1939931"/>
          </a:xfrm>
          <a:prstGeom prst="blockArc">
            <a:avLst>
              <a:gd fmla="val 5958233" name="adj1"/>
              <a:gd fmla="val 17385308" name="adj2"/>
              <a:gd fmla="val 20382"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8" name="Google Shape;2398;p28"/>
          <p:cNvGrpSpPr/>
          <p:nvPr/>
        </p:nvGrpSpPr>
        <p:grpSpPr>
          <a:xfrm>
            <a:off x="6046058" y="4642569"/>
            <a:ext cx="2227568" cy="326167"/>
            <a:chOff x="2570033" y="6824869"/>
            <a:chExt cx="2227568" cy="326167"/>
          </a:xfrm>
        </p:grpSpPr>
        <p:sp>
          <p:nvSpPr>
            <p:cNvPr id="2399" name="Google Shape;2399;p28"/>
            <p:cNvSpPr/>
            <p:nvPr/>
          </p:nvSpPr>
          <p:spPr>
            <a:xfrm>
              <a:off x="4480549"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8"/>
            <p:cNvSpPr/>
            <p:nvPr/>
          </p:nvSpPr>
          <p:spPr>
            <a:xfrm>
              <a:off x="4671601"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8"/>
            <p:cNvSpPr/>
            <p:nvPr/>
          </p:nvSpPr>
          <p:spPr>
            <a:xfrm>
              <a:off x="3907394"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8"/>
            <p:cNvSpPr/>
            <p:nvPr/>
          </p:nvSpPr>
          <p:spPr>
            <a:xfrm>
              <a:off x="4098446"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8"/>
            <p:cNvSpPr/>
            <p:nvPr/>
          </p:nvSpPr>
          <p:spPr>
            <a:xfrm>
              <a:off x="3716343"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8"/>
            <p:cNvSpPr/>
            <p:nvPr/>
          </p:nvSpPr>
          <p:spPr>
            <a:xfrm>
              <a:off x="3716343"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8"/>
            <p:cNvSpPr/>
            <p:nvPr/>
          </p:nvSpPr>
          <p:spPr>
            <a:xfrm>
              <a:off x="3334239"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8"/>
            <p:cNvSpPr/>
            <p:nvPr/>
          </p:nvSpPr>
          <p:spPr>
            <a:xfrm>
              <a:off x="3334239"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8"/>
            <p:cNvSpPr/>
            <p:nvPr/>
          </p:nvSpPr>
          <p:spPr>
            <a:xfrm>
              <a:off x="3525291"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8"/>
            <p:cNvSpPr/>
            <p:nvPr/>
          </p:nvSpPr>
          <p:spPr>
            <a:xfrm>
              <a:off x="3525291"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8"/>
            <p:cNvSpPr/>
            <p:nvPr/>
          </p:nvSpPr>
          <p:spPr>
            <a:xfrm>
              <a:off x="3143188"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8"/>
            <p:cNvSpPr/>
            <p:nvPr/>
          </p:nvSpPr>
          <p:spPr>
            <a:xfrm>
              <a:off x="2761084"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8"/>
            <p:cNvSpPr/>
            <p:nvPr/>
          </p:nvSpPr>
          <p:spPr>
            <a:xfrm>
              <a:off x="2952136"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8"/>
            <p:cNvSpPr/>
            <p:nvPr/>
          </p:nvSpPr>
          <p:spPr>
            <a:xfrm>
              <a:off x="2952136"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8"/>
            <p:cNvSpPr/>
            <p:nvPr/>
          </p:nvSpPr>
          <p:spPr>
            <a:xfrm>
              <a:off x="2570033"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8"/>
            <p:cNvSpPr/>
            <p:nvPr/>
          </p:nvSpPr>
          <p:spPr>
            <a:xfrm>
              <a:off x="2570033"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5" name="Google Shape;2415;p28"/>
          <p:cNvGrpSpPr/>
          <p:nvPr/>
        </p:nvGrpSpPr>
        <p:grpSpPr>
          <a:xfrm flipH="1" rot="5400000">
            <a:off x="-759306" y="2004490"/>
            <a:ext cx="2227588" cy="726522"/>
            <a:chOff x="3857800" y="1143286"/>
            <a:chExt cx="1039375" cy="338989"/>
          </a:xfrm>
        </p:grpSpPr>
        <p:sp>
          <p:nvSpPr>
            <p:cNvPr id="2416" name="Google Shape;2416;p28"/>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8"/>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8"/>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8"/>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8"/>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8"/>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8"/>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8"/>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8"/>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8"/>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8"/>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8"/>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8"/>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8"/>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8"/>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8"/>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8"/>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8"/>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28"/>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28"/>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8"/>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8"/>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8"/>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8"/>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8"/>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8"/>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8"/>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8"/>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8"/>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5" name="Google Shape;2445;p28"/>
          <p:cNvSpPr/>
          <p:nvPr/>
        </p:nvSpPr>
        <p:spPr>
          <a:xfrm flipH="1" rot="900224">
            <a:off x="-2339988" y="124094"/>
            <a:ext cx="3016433" cy="3016433"/>
          </a:xfrm>
          <a:prstGeom prst="blockArc">
            <a:avLst>
              <a:gd fmla="val 5958233" name="adj1"/>
              <a:gd fmla="val 17310751" name="adj2"/>
              <a:gd fmla="val 855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8"/>
          <p:cNvSpPr/>
          <p:nvPr/>
        </p:nvSpPr>
        <p:spPr>
          <a:xfrm>
            <a:off x="-320815" y="-554925"/>
            <a:ext cx="1224600" cy="1225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8"/>
          <p:cNvSpPr/>
          <p:nvPr/>
        </p:nvSpPr>
        <p:spPr>
          <a:xfrm flipH="1">
            <a:off x="8212786" y="4580724"/>
            <a:ext cx="1608900" cy="1609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8"/>
          <p:cNvSpPr/>
          <p:nvPr/>
        </p:nvSpPr>
        <p:spPr>
          <a:xfrm>
            <a:off x="8634823" y="1282193"/>
            <a:ext cx="1409100" cy="1409100"/>
          </a:xfrm>
          <a:prstGeom prst="blockArc">
            <a:avLst>
              <a:gd fmla="val 2709197" name="adj1"/>
              <a:gd fmla="val 16176137" name="adj2"/>
              <a:gd fmla="val 2610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8"/>
          <p:cNvSpPr/>
          <p:nvPr/>
        </p:nvSpPr>
        <p:spPr>
          <a:xfrm flipH="1">
            <a:off x="8400260" y="365000"/>
            <a:ext cx="2140200" cy="2141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0" name="Google Shape;2450;p28"/>
          <p:cNvGrpSpPr/>
          <p:nvPr/>
        </p:nvGrpSpPr>
        <p:grpSpPr>
          <a:xfrm rot="-5400000">
            <a:off x="7731943" y="2532269"/>
            <a:ext cx="2227588" cy="726522"/>
            <a:chOff x="3799000" y="1820400"/>
            <a:chExt cx="1039375" cy="338989"/>
          </a:xfrm>
        </p:grpSpPr>
        <p:sp>
          <p:nvSpPr>
            <p:cNvPr id="2451" name="Google Shape;2451;p28"/>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8"/>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8"/>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28"/>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28"/>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8"/>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8"/>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8"/>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8"/>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8"/>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8"/>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8"/>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8"/>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8"/>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8"/>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8"/>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8"/>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8"/>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8"/>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8"/>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8"/>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8"/>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8"/>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8"/>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8"/>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8"/>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8"/>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8"/>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8"/>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8"/>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8"/>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8"/>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8"/>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8"/>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2485" name="Shape 2485"/>
        <p:cNvGrpSpPr/>
        <p:nvPr/>
      </p:nvGrpSpPr>
      <p:grpSpPr>
        <a:xfrm>
          <a:off x="0" y="0"/>
          <a:ext cx="0" cy="0"/>
          <a:chOff x="0" y="0"/>
          <a:chExt cx="0" cy="0"/>
        </a:xfrm>
      </p:grpSpPr>
      <p:sp>
        <p:nvSpPr>
          <p:cNvPr id="2486" name="Google Shape;2486;p29"/>
          <p:cNvSpPr txBox="1"/>
          <p:nvPr>
            <p:ph hasCustomPrompt="1" type="title"/>
          </p:nvPr>
        </p:nvSpPr>
        <p:spPr>
          <a:xfrm>
            <a:off x="1122713" y="1460457"/>
            <a:ext cx="2124300" cy="87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7" name="Google Shape;2487;p29"/>
          <p:cNvSpPr txBox="1"/>
          <p:nvPr>
            <p:ph idx="1" type="subTitle"/>
          </p:nvPr>
        </p:nvSpPr>
        <p:spPr>
          <a:xfrm>
            <a:off x="1122713" y="2898176"/>
            <a:ext cx="2124300" cy="76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88" name="Google Shape;2488;p29"/>
          <p:cNvSpPr txBox="1"/>
          <p:nvPr>
            <p:ph hasCustomPrompt="1" idx="2" type="title"/>
          </p:nvPr>
        </p:nvSpPr>
        <p:spPr>
          <a:xfrm>
            <a:off x="3509850" y="1460457"/>
            <a:ext cx="2124300" cy="87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9" name="Google Shape;2489;p29"/>
          <p:cNvSpPr txBox="1"/>
          <p:nvPr>
            <p:ph idx="3" type="subTitle"/>
          </p:nvPr>
        </p:nvSpPr>
        <p:spPr>
          <a:xfrm>
            <a:off x="3509850" y="2899076"/>
            <a:ext cx="2124300" cy="7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90" name="Google Shape;2490;p29"/>
          <p:cNvSpPr txBox="1"/>
          <p:nvPr>
            <p:ph hasCustomPrompt="1" idx="4" type="title"/>
          </p:nvPr>
        </p:nvSpPr>
        <p:spPr>
          <a:xfrm>
            <a:off x="5896982" y="1460457"/>
            <a:ext cx="2124300" cy="87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91" name="Google Shape;2491;p29"/>
          <p:cNvSpPr txBox="1"/>
          <p:nvPr>
            <p:ph idx="5" type="subTitle"/>
          </p:nvPr>
        </p:nvSpPr>
        <p:spPr>
          <a:xfrm>
            <a:off x="5896982" y="2899076"/>
            <a:ext cx="2124300" cy="7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2492" name="Google Shape;2492;p29"/>
          <p:cNvGrpSpPr/>
          <p:nvPr/>
        </p:nvGrpSpPr>
        <p:grpSpPr>
          <a:xfrm rot="5400000">
            <a:off x="-868396" y="1289916"/>
            <a:ext cx="2227588" cy="726522"/>
            <a:chOff x="3620725" y="372750"/>
            <a:chExt cx="1039375" cy="338989"/>
          </a:xfrm>
        </p:grpSpPr>
        <p:sp>
          <p:nvSpPr>
            <p:cNvPr id="2493" name="Google Shape;2493;p29"/>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9"/>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9"/>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9"/>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9"/>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9"/>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29"/>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29"/>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9"/>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9"/>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9"/>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29"/>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29"/>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29"/>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9"/>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9"/>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29"/>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9"/>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9"/>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9"/>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9"/>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9"/>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9"/>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9"/>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9"/>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9"/>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9"/>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29"/>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29"/>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29"/>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29"/>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9"/>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9"/>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9"/>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9"/>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9"/>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9"/>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0" name="Google Shape;2530;p29"/>
          <p:cNvSpPr/>
          <p:nvPr/>
        </p:nvSpPr>
        <p:spPr>
          <a:xfrm flipH="1">
            <a:off x="-794850" y="141401"/>
            <a:ext cx="1455000" cy="1455300"/>
          </a:xfrm>
          <a:prstGeom prst="blockArc">
            <a:avLst>
              <a:gd fmla="val 4766272" name="adj1"/>
              <a:gd fmla="val 17672272" name="adj2"/>
              <a:gd fmla="val 1659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1" name="Google Shape;2531;p29"/>
          <p:cNvGrpSpPr/>
          <p:nvPr/>
        </p:nvGrpSpPr>
        <p:grpSpPr>
          <a:xfrm>
            <a:off x="-76197" y="4699178"/>
            <a:ext cx="2227588" cy="726522"/>
            <a:chOff x="3857800" y="1143286"/>
            <a:chExt cx="1039375" cy="338989"/>
          </a:xfrm>
        </p:grpSpPr>
        <p:sp>
          <p:nvSpPr>
            <p:cNvPr id="2532" name="Google Shape;2532;p29"/>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9"/>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9"/>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9"/>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9"/>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9"/>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9"/>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9"/>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9"/>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9"/>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9"/>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9"/>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9"/>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9"/>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29"/>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29"/>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29"/>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29"/>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29"/>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9"/>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9"/>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9"/>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9"/>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9"/>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9"/>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9"/>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9"/>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9"/>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9"/>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9"/>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562" name="Google Shape;2562;p29"/>
          <p:cNvPicPr preferRelativeResize="0"/>
          <p:nvPr/>
        </p:nvPicPr>
        <p:blipFill>
          <a:blip r:embed="rId2">
            <a:alphaModFix/>
          </a:blip>
          <a:stretch>
            <a:fillRect/>
          </a:stretch>
        </p:blipFill>
        <p:spPr>
          <a:xfrm>
            <a:off x="-76199" y="3715944"/>
            <a:ext cx="977775" cy="1547834"/>
          </a:xfrm>
          <a:prstGeom prst="rect">
            <a:avLst/>
          </a:prstGeom>
          <a:noFill/>
          <a:ln>
            <a:noFill/>
          </a:ln>
        </p:spPr>
      </p:pic>
      <p:grpSp>
        <p:nvGrpSpPr>
          <p:cNvPr id="2563" name="Google Shape;2563;p29"/>
          <p:cNvGrpSpPr/>
          <p:nvPr/>
        </p:nvGrpSpPr>
        <p:grpSpPr>
          <a:xfrm rot="5400000">
            <a:off x="8023230" y="2609103"/>
            <a:ext cx="2227589" cy="1527191"/>
            <a:chOff x="5519300" y="372750"/>
            <a:chExt cx="1039375" cy="712575"/>
          </a:xfrm>
        </p:grpSpPr>
        <p:sp>
          <p:nvSpPr>
            <p:cNvPr id="2564" name="Google Shape;2564;p29"/>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9"/>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9"/>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29"/>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29"/>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29"/>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29"/>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29"/>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29"/>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9"/>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29"/>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29"/>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9"/>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9"/>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9"/>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9"/>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9"/>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9"/>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9"/>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9"/>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9"/>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9"/>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9"/>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9"/>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9"/>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9"/>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9"/>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9"/>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9"/>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9"/>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29"/>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29"/>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9"/>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29"/>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9"/>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9"/>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9"/>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9"/>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9"/>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9"/>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9"/>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9"/>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9"/>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9"/>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9"/>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9"/>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9"/>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9"/>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9"/>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9"/>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9"/>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9"/>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29"/>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29"/>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29"/>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29"/>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29"/>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29"/>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9"/>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9"/>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9"/>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9"/>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9"/>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29"/>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29"/>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9"/>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9"/>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1" name="Google Shape;2631;p29"/>
          <p:cNvGrpSpPr/>
          <p:nvPr/>
        </p:nvGrpSpPr>
        <p:grpSpPr>
          <a:xfrm>
            <a:off x="7007878" y="-187147"/>
            <a:ext cx="2227588" cy="726522"/>
            <a:chOff x="3857800" y="1143286"/>
            <a:chExt cx="1039375" cy="338989"/>
          </a:xfrm>
        </p:grpSpPr>
        <p:sp>
          <p:nvSpPr>
            <p:cNvPr id="2632" name="Google Shape;2632;p29"/>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9"/>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9"/>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9"/>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9"/>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9"/>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9"/>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9"/>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9"/>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9"/>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9"/>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9"/>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9"/>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9"/>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9"/>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9"/>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9"/>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9"/>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9"/>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9"/>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9"/>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9"/>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29"/>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9"/>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9"/>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9"/>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9"/>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9"/>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9"/>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9"/>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2" name="Google Shape;2662;p29"/>
          <p:cNvSpPr/>
          <p:nvPr/>
        </p:nvSpPr>
        <p:spPr>
          <a:xfrm>
            <a:off x="8454758" y="2534060"/>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9"/>
          <p:cNvSpPr/>
          <p:nvPr/>
        </p:nvSpPr>
        <p:spPr>
          <a:xfrm>
            <a:off x="8472788" y="246625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4" name="Google Shape;2664;p29"/>
          <p:cNvPicPr preferRelativeResize="0"/>
          <p:nvPr/>
        </p:nvPicPr>
        <p:blipFill>
          <a:blip r:embed="rId3">
            <a:alphaModFix/>
          </a:blip>
          <a:stretch>
            <a:fillRect/>
          </a:stretch>
        </p:blipFill>
        <p:spPr>
          <a:xfrm>
            <a:off x="7780475" y="-222314"/>
            <a:ext cx="1455000" cy="1523372"/>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_1">
    <p:spTree>
      <p:nvGrpSpPr>
        <p:cNvPr id="2665" name="Shape 2665"/>
        <p:cNvGrpSpPr/>
        <p:nvPr/>
      </p:nvGrpSpPr>
      <p:grpSpPr>
        <a:xfrm>
          <a:off x="0" y="0"/>
          <a:ext cx="0" cy="0"/>
          <a:chOff x="0" y="0"/>
          <a:chExt cx="0" cy="0"/>
        </a:xfrm>
      </p:grpSpPr>
      <p:sp>
        <p:nvSpPr>
          <p:cNvPr id="2666" name="Google Shape;2666;p30"/>
          <p:cNvSpPr txBox="1"/>
          <p:nvPr>
            <p:ph hasCustomPrompt="1" type="title"/>
          </p:nvPr>
        </p:nvSpPr>
        <p:spPr>
          <a:xfrm>
            <a:off x="2242055" y="1506450"/>
            <a:ext cx="20937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67" name="Google Shape;2667;p30"/>
          <p:cNvSpPr txBox="1"/>
          <p:nvPr>
            <p:ph hasCustomPrompt="1" idx="2" type="title"/>
          </p:nvPr>
        </p:nvSpPr>
        <p:spPr>
          <a:xfrm>
            <a:off x="4808234" y="1506450"/>
            <a:ext cx="20937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68" name="Google Shape;2668;p30"/>
          <p:cNvSpPr txBox="1"/>
          <p:nvPr>
            <p:ph idx="3"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669" name="Google Shape;2669;p30"/>
          <p:cNvSpPr txBox="1"/>
          <p:nvPr>
            <p:ph idx="4" type="title"/>
          </p:nvPr>
        </p:nvSpPr>
        <p:spPr>
          <a:xfrm>
            <a:off x="2242055" y="2988200"/>
            <a:ext cx="20937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0" name="Google Shape;2670;p30"/>
          <p:cNvSpPr txBox="1"/>
          <p:nvPr>
            <p:ph idx="1" type="subTitle"/>
          </p:nvPr>
        </p:nvSpPr>
        <p:spPr>
          <a:xfrm>
            <a:off x="2242055" y="3417749"/>
            <a:ext cx="2093700" cy="8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1" name="Google Shape;2671;p30"/>
          <p:cNvSpPr txBox="1"/>
          <p:nvPr>
            <p:ph idx="5" type="title"/>
          </p:nvPr>
        </p:nvSpPr>
        <p:spPr>
          <a:xfrm>
            <a:off x="4808234" y="2988200"/>
            <a:ext cx="20937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2" name="Google Shape;2672;p30"/>
          <p:cNvSpPr txBox="1"/>
          <p:nvPr>
            <p:ph idx="6" type="subTitle"/>
          </p:nvPr>
        </p:nvSpPr>
        <p:spPr>
          <a:xfrm>
            <a:off x="4808234" y="3417750"/>
            <a:ext cx="2093700" cy="83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3" name="Google Shape;2673;p30"/>
          <p:cNvSpPr/>
          <p:nvPr/>
        </p:nvSpPr>
        <p:spPr>
          <a:xfrm flipH="1">
            <a:off x="-243745" y="588970"/>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0"/>
          <p:cNvSpPr/>
          <p:nvPr/>
        </p:nvSpPr>
        <p:spPr>
          <a:xfrm>
            <a:off x="8581024" y="3820150"/>
            <a:ext cx="1366800" cy="1366800"/>
          </a:xfrm>
          <a:prstGeom prst="blockArc">
            <a:avLst>
              <a:gd fmla="val 4474518" name="adj1"/>
              <a:gd fmla="val 17047510" name="adj2"/>
              <a:gd fmla="val 2729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6_1_1">
    <p:spTree>
      <p:nvGrpSpPr>
        <p:cNvPr id="2675" name="Shape 2675"/>
        <p:cNvGrpSpPr/>
        <p:nvPr/>
      </p:nvGrpSpPr>
      <p:grpSpPr>
        <a:xfrm>
          <a:off x="0" y="0"/>
          <a:ext cx="0" cy="0"/>
          <a:chOff x="0" y="0"/>
          <a:chExt cx="0" cy="0"/>
        </a:xfrm>
      </p:grpSpPr>
      <p:sp>
        <p:nvSpPr>
          <p:cNvPr id="2676" name="Google Shape;2676;p31"/>
          <p:cNvSpPr txBox="1"/>
          <p:nvPr>
            <p:ph hasCustomPrompt="1" type="title"/>
          </p:nvPr>
        </p:nvSpPr>
        <p:spPr>
          <a:xfrm>
            <a:off x="1610554" y="1906200"/>
            <a:ext cx="1261200" cy="566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77" name="Google Shape;2677;p31"/>
          <p:cNvSpPr txBox="1"/>
          <p:nvPr>
            <p:ph hasCustomPrompt="1" idx="2" type="title"/>
          </p:nvPr>
        </p:nvSpPr>
        <p:spPr>
          <a:xfrm>
            <a:off x="3941400" y="1906200"/>
            <a:ext cx="1261200" cy="566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78" name="Google Shape;2678;p31"/>
          <p:cNvSpPr txBox="1"/>
          <p:nvPr>
            <p:ph idx="3" type="title"/>
          </p:nvPr>
        </p:nvSpPr>
        <p:spPr>
          <a:xfrm>
            <a:off x="713275" y="445025"/>
            <a:ext cx="7717500" cy="73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679" name="Google Shape;2679;p31"/>
          <p:cNvSpPr txBox="1"/>
          <p:nvPr>
            <p:ph idx="4" type="title"/>
          </p:nvPr>
        </p:nvSpPr>
        <p:spPr>
          <a:xfrm>
            <a:off x="1337487" y="3182925"/>
            <a:ext cx="1807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80" name="Google Shape;2680;p31"/>
          <p:cNvSpPr txBox="1"/>
          <p:nvPr>
            <p:ph idx="1" type="subTitle"/>
          </p:nvPr>
        </p:nvSpPr>
        <p:spPr>
          <a:xfrm>
            <a:off x="1337487" y="3612475"/>
            <a:ext cx="1807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81" name="Google Shape;2681;p31"/>
          <p:cNvSpPr txBox="1"/>
          <p:nvPr>
            <p:ph idx="5" type="title"/>
          </p:nvPr>
        </p:nvSpPr>
        <p:spPr>
          <a:xfrm>
            <a:off x="3668399" y="3182925"/>
            <a:ext cx="1807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82" name="Google Shape;2682;p31"/>
          <p:cNvSpPr txBox="1"/>
          <p:nvPr>
            <p:ph idx="6" type="subTitle"/>
          </p:nvPr>
        </p:nvSpPr>
        <p:spPr>
          <a:xfrm>
            <a:off x="3668399" y="3612475"/>
            <a:ext cx="1807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83" name="Google Shape;2683;p31"/>
          <p:cNvSpPr txBox="1"/>
          <p:nvPr>
            <p:ph hasCustomPrompt="1" idx="7" type="title"/>
          </p:nvPr>
        </p:nvSpPr>
        <p:spPr>
          <a:xfrm>
            <a:off x="6319176" y="1906200"/>
            <a:ext cx="1167600" cy="566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84" name="Google Shape;2684;p31"/>
          <p:cNvSpPr txBox="1"/>
          <p:nvPr>
            <p:ph idx="8" type="title"/>
          </p:nvPr>
        </p:nvSpPr>
        <p:spPr>
          <a:xfrm>
            <a:off x="5999315" y="3182925"/>
            <a:ext cx="1807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85" name="Google Shape;2685;p31"/>
          <p:cNvSpPr txBox="1"/>
          <p:nvPr>
            <p:ph idx="9" type="subTitle"/>
          </p:nvPr>
        </p:nvSpPr>
        <p:spPr>
          <a:xfrm>
            <a:off x="5999315" y="3612475"/>
            <a:ext cx="18072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686" name="Google Shape;2686;p31"/>
          <p:cNvGrpSpPr/>
          <p:nvPr/>
        </p:nvGrpSpPr>
        <p:grpSpPr>
          <a:xfrm rot="5400000">
            <a:off x="-616035" y="1407528"/>
            <a:ext cx="2227588" cy="726522"/>
            <a:chOff x="3857800" y="1143286"/>
            <a:chExt cx="1039375" cy="338989"/>
          </a:xfrm>
        </p:grpSpPr>
        <p:sp>
          <p:nvSpPr>
            <p:cNvPr id="2687" name="Google Shape;2687;p31"/>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1"/>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1"/>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1"/>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1"/>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1"/>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1"/>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1"/>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1"/>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1"/>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1"/>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1"/>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1"/>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1"/>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1"/>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1"/>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1"/>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1"/>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1"/>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1"/>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1"/>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1"/>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1"/>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31"/>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31"/>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1"/>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31"/>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1"/>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1"/>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1"/>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7" name="Google Shape;2717;p31"/>
          <p:cNvGrpSpPr/>
          <p:nvPr/>
        </p:nvGrpSpPr>
        <p:grpSpPr>
          <a:xfrm>
            <a:off x="8066680" y="3468728"/>
            <a:ext cx="2227589" cy="1527191"/>
            <a:chOff x="5519300" y="372750"/>
            <a:chExt cx="1039375" cy="712575"/>
          </a:xfrm>
        </p:grpSpPr>
        <p:sp>
          <p:nvSpPr>
            <p:cNvPr id="2718" name="Google Shape;2718;p31"/>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1"/>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31"/>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31"/>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1"/>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1"/>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1"/>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1"/>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1"/>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1"/>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1"/>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1"/>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1"/>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1"/>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1"/>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1"/>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1"/>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1"/>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1"/>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1"/>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1"/>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1"/>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1"/>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1"/>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1"/>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1"/>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1"/>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1"/>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1"/>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1"/>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1"/>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1"/>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1"/>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1"/>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1"/>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1"/>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1"/>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1"/>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1"/>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1"/>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1"/>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1"/>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1"/>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1"/>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1"/>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1"/>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1"/>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1"/>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1"/>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1"/>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1"/>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1"/>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1"/>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1"/>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1"/>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1"/>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1"/>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1"/>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1"/>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1"/>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1"/>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1"/>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1"/>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1"/>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1"/>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1"/>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1"/>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5" name="Google Shape;2785;p31"/>
          <p:cNvSpPr/>
          <p:nvPr/>
        </p:nvSpPr>
        <p:spPr>
          <a:xfrm rot="-5400000">
            <a:off x="-581151" y="-712325"/>
            <a:ext cx="1657800" cy="1657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31"/>
          <p:cNvSpPr/>
          <p:nvPr/>
        </p:nvSpPr>
        <p:spPr>
          <a:xfrm rot="-2158994">
            <a:off x="8445880" y="2488287"/>
            <a:ext cx="3063067" cy="3063067"/>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2787" name="Shape 2787"/>
        <p:cNvGrpSpPr/>
        <p:nvPr/>
      </p:nvGrpSpPr>
      <p:grpSpPr>
        <a:xfrm>
          <a:off x="0" y="0"/>
          <a:ext cx="0" cy="0"/>
          <a:chOff x="0" y="0"/>
          <a:chExt cx="0" cy="0"/>
        </a:xfrm>
      </p:grpSpPr>
      <p:sp>
        <p:nvSpPr>
          <p:cNvPr id="2788" name="Google Shape;2788;p32"/>
          <p:cNvSpPr txBox="1"/>
          <p:nvPr>
            <p:ph type="title"/>
          </p:nvPr>
        </p:nvSpPr>
        <p:spPr>
          <a:xfrm>
            <a:off x="4830825" y="217275"/>
            <a:ext cx="3600000" cy="13017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7200"/>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
        <p:nvSpPr>
          <p:cNvPr id="2789" name="Google Shape;2789;p32"/>
          <p:cNvSpPr txBox="1"/>
          <p:nvPr>
            <p:ph idx="2" type="title"/>
          </p:nvPr>
        </p:nvSpPr>
        <p:spPr>
          <a:xfrm>
            <a:off x="4830825" y="1282050"/>
            <a:ext cx="2041200" cy="1569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790" name="Google Shape;2790;p32"/>
          <p:cNvSpPr/>
          <p:nvPr/>
        </p:nvSpPr>
        <p:spPr>
          <a:xfrm rot="5400000">
            <a:off x="763475" y="3171600"/>
            <a:ext cx="3658500" cy="3658500"/>
          </a:xfrm>
          <a:prstGeom prst="blockArc">
            <a:avLst>
              <a:gd fmla="val 4302561"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1" name="Google Shape;2791;p32"/>
          <p:cNvGrpSpPr/>
          <p:nvPr/>
        </p:nvGrpSpPr>
        <p:grpSpPr>
          <a:xfrm flipH="1">
            <a:off x="-964754" y="4328167"/>
            <a:ext cx="2227588" cy="726522"/>
            <a:chOff x="5608450" y="1680311"/>
            <a:chExt cx="1039375" cy="338989"/>
          </a:xfrm>
        </p:grpSpPr>
        <p:sp>
          <p:nvSpPr>
            <p:cNvPr id="2792" name="Google Shape;2792;p32"/>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2"/>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2"/>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2"/>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2"/>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2"/>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2"/>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2"/>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2"/>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2"/>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2"/>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2"/>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2"/>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2"/>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2"/>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2"/>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2"/>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2"/>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2"/>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2"/>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2"/>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2"/>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2"/>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2"/>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2"/>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2"/>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2"/>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2"/>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2"/>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2"/>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2"/>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2"/>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2"/>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2"/>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2"/>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2"/>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8" name="Google Shape;2828;p32"/>
          <p:cNvGrpSpPr/>
          <p:nvPr/>
        </p:nvGrpSpPr>
        <p:grpSpPr>
          <a:xfrm rot="5400000">
            <a:off x="7826581" y="2680428"/>
            <a:ext cx="2227588" cy="726522"/>
            <a:chOff x="3857800" y="1143286"/>
            <a:chExt cx="1039375" cy="338989"/>
          </a:xfrm>
        </p:grpSpPr>
        <p:sp>
          <p:nvSpPr>
            <p:cNvPr id="2829" name="Google Shape;2829;p32"/>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2"/>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2"/>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2"/>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2"/>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2"/>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2"/>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2"/>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2"/>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2"/>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2"/>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2"/>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2"/>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2"/>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2"/>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2"/>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2"/>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2"/>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2"/>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2"/>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2"/>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32"/>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2"/>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2"/>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2"/>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2"/>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2"/>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2"/>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2"/>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2"/>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9" name="Google Shape;2859;p32"/>
          <p:cNvSpPr/>
          <p:nvPr/>
        </p:nvSpPr>
        <p:spPr>
          <a:xfrm>
            <a:off x="8227526" y="1449726"/>
            <a:ext cx="2458500" cy="2458500"/>
          </a:xfrm>
          <a:prstGeom prst="blockArc">
            <a:avLst>
              <a:gd fmla="val 4302561"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2860" name="Shape 2860"/>
        <p:cNvGrpSpPr/>
        <p:nvPr/>
      </p:nvGrpSpPr>
      <p:grpSpPr>
        <a:xfrm>
          <a:off x="0" y="0"/>
          <a:ext cx="0" cy="0"/>
          <a:chOff x="0" y="0"/>
          <a:chExt cx="0" cy="0"/>
        </a:xfrm>
      </p:grpSpPr>
      <p:grpSp>
        <p:nvGrpSpPr>
          <p:cNvPr id="2861" name="Google Shape;2861;p33"/>
          <p:cNvGrpSpPr/>
          <p:nvPr/>
        </p:nvGrpSpPr>
        <p:grpSpPr>
          <a:xfrm rot="5400000">
            <a:off x="-616035" y="1407528"/>
            <a:ext cx="2227588" cy="726522"/>
            <a:chOff x="3857800" y="1143286"/>
            <a:chExt cx="1039375" cy="338989"/>
          </a:xfrm>
        </p:grpSpPr>
        <p:sp>
          <p:nvSpPr>
            <p:cNvPr id="2862" name="Google Shape;2862;p33"/>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3"/>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3"/>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3"/>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3"/>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3"/>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3"/>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3"/>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3"/>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3"/>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3"/>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3"/>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3"/>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3"/>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3"/>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33"/>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33"/>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3"/>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3"/>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3"/>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33"/>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3"/>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3"/>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3"/>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3"/>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33"/>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33"/>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3"/>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3"/>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3"/>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2" name="Google Shape;2892;p33"/>
          <p:cNvGrpSpPr/>
          <p:nvPr/>
        </p:nvGrpSpPr>
        <p:grpSpPr>
          <a:xfrm>
            <a:off x="8066680" y="3468728"/>
            <a:ext cx="2227589" cy="1527191"/>
            <a:chOff x="5519300" y="372750"/>
            <a:chExt cx="1039375" cy="712575"/>
          </a:xfrm>
        </p:grpSpPr>
        <p:sp>
          <p:nvSpPr>
            <p:cNvPr id="2893" name="Google Shape;2893;p33"/>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33"/>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3"/>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3"/>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3"/>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33"/>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33"/>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33"/>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33"/>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33"/>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33"/>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33"/>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33"/>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33"/>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33"/>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33"/>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33"/>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33"/>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33"/>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33"/>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33"/>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33"/>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33"/>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33"/>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33"/>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33"/>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33"/>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33"/>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33"/>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33"/>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33"/>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33"/>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33"/>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33"/>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33"/>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33"/>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33"/>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33"/>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33"/>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33"/>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33"/>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33"/>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33"/>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33"/>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33"/>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33"/>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33"/>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33"/>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33"/>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33"/>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33"/>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33"/>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33"/>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33"/>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33"/>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33"/>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33"/>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33"/>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33"/>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33"/>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33"/>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33"/>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33"/>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33"/>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33"/>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33"/>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33"/>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0" name="Google Shape;2960;p33"/>
          <p:cNvSpPr/>
          <p:nvPr/>
        </p:nvSpPr>
        <p:spPr>
          <a:xfrm rot="-5400000">
            <a:off x="-581151" y="-712325"/>
            <a:ext cx="1657800" cy="1657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33"/>
          <p:cNvSpPr/>
          <p:nvPr/>
        </p:nvSpPr>
        <p:spPr>
          <a:xfrm rot="-2158994">
            <a:off x="8445880" y="2488287"/>
            <a:ext cx="3063067" cy="3063067"/>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2962" name="Shape 2962"/>
        <p:cNvGrpSpPr/>
        <p:nvPr/>
      </p:nvGrpSpPr>
      <p:grpSpPr>
        <a:xfrm>
          <a:off x="0" y="0"/>
          <a:ext cx="0" cy="0"/>
          <a:chOff x="0" y="0"/>
          <a:chExt cx="0" cy="0"/>
        </a:xfrm>
      </p:grpSpPr>
      <p:sp>
        <p:nvSpPr>
          <p:cNvPr id="2963" name="Google Shape;2963;p34"/>
          <p:cNvSpPr/>
          <p:nvPr/>
        </p:nvSpPr>
        <p:spPr>
          <a:xfrm flipH="1">
            <a:off x="8270391" y="22796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4" name="Google Shape;2964;p34"/>
          <p:cNvGrpSpPr/>
          <p:nvPr/>
        </p:nvGrpSpPr>
        <p:grpSpPr>
          <a:xfrm rot="5400000">
            <a:off x="7651004" y="3368691"/>
            <a:ext cx="2227589" cy="1527191"/>
            <a:chOff x="5519300" y="372750"/>
            <a:chExt cx="1039375" cy="712575"/>
          </a:xfrm>
        </p:grpSpPr>
        <p:sp>
          <p:nvSpPr>
            <p:cNvPr id="2965" name="Google Shape;2965;p34"/>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34"/>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34"/>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34"/>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34"/>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34"/>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34"/>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34"/>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34"/>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34"/>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34"/>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34"/>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34"/>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34"/>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34"/>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34"/>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34"/>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34"/>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34"/>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34"/>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34"/>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34"/>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34"/>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34"/>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34"/>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34"/>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34"/>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34"/>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34"/>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34"/>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34"/>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34"/>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34"/>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34"/>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34"/>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34"/>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34"/>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34"/>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34"/>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34"/>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34"/>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34"/>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34"/>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34"/>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34"/>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34"/>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34"/>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34"/>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34"/>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34"/>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34"/>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34"/>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34"/>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34"/>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34"/>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34"/>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34"/>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34"/>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34"/>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34"/>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34"/>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34"/>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34"/>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34"/>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34"/>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34"/>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34"/>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2" name="Google Shape;3032;p34"/>
          <p:cNvGrpSpPr/>
          <p:nvPr/>
        </p:nvGrpSpPr>
        <p:grpSpPr>
          <a:xfrm rot="-5400000">
            <a:off x="-818942" y="1077257"/>
            <a:ext cx="2227588" cy="726522"/>
            <a:chOff x="3799000" y="1820400"/>
            <a:chExt cx="1039375" cy="338989"/>
          </a:xfrm>
        </p:grpSpPr>
        <p:sp>
          <p:nvSpPr>
            <p:cNvPr id="3033" name="Google Shape;3033;p34"/>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34"/>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34"/>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34"/>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34"/>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34"/>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34"/>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34"/>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34"/>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34"/>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34"/>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34"/>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34"/>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34"/>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34"/>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34"/>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34"/>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34"/>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34"/>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34"/>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34"/>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34"/>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34"/>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34"/>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34"/>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34"/>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34"/>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34"/>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34"/>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34"/>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34"/>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34"/>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34"/>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34"/>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34"/>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34"/>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9" name="Google Shape;3069;p34"/>
          <p:cNvSpPr/>
          <p:nvPr/>
        </p:nvSpPr>
        <p:spPr>
          <a:xfrm flipH="1">
            <a:off x="-1058342" y="3902385"/>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0" name="Google Shape;3070;p34"/>
          <p:cNvPicPr preferRelativeResize="0"/>
          <p:nvPr/>
        </p:nvPicPr>
        <p:blipFill>
          <a:blip r:embed="rId2">
            <a:alphaModFix/>
          </a:blip>
          <a:stretch>
            <a:fillRect/>
          </a:stretch>
        </p:blipFill>
        <p:spPr>
          <a:xfrm>
            <a:off x="100850" y="3694589"/>
            <a:ext cx="1306575" cy="1368000"/>
          </a:xfrm>
          <a:prstGeom prst="rect">
            <a:avLst/>
          </a:prstGeom>
          <a:noFill/>
          <a:ln>
            <a:noFill/>
          </a:ln>
        </p:spPr>
      </p:pic>
      <p:sp>
        <p:nvSpPr>
          <p:cNvPr id="3071" name="Google Shape;3071;p34"/>
          <p:cNvSpPr/>
          <p:nvPr/>
        </p:nvSpPr>
        <p:spPr>
          <a:xfrm flipH="1" rot="5400000">
            <a:off x="-383111" y="-1285175"/>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34"/>
          <p:cNvSpPr/>
          <p:nvPr/>
        </p:nvSpPr>
        <p:spPr>
          <a:xfrm flipH="1">
            <a:off x="-87012" y="-979068"/>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3" name="Google Shape;3073;p34"/>
          <p:cNvPicPr preferRelativeResize="0"/>
          <p:nvPr/>
        </p:nvPicPr>
        <p:blipFill>
          <a:blip r:embed="rId3">
            <a:alphaModFix/>
          </a:blip>
          <a:stretch>
            <a:fillRect/>
          </a:stretch>
        </p:blipFill>
        <p:spPr>
          <a:xfrm>
            <a:off x="8514494" y="748521"/>
            <a:ext cx="1013918" cy="726975"/>
          </a:xfrm>
          <a:prstGeom prst="rect">
            <a:avLst/>
          </a:prstGeom>
          <a:noFill/>
          <a:ln>
            <a:noFill/>
          </a:ln>
        </p:spPr>
      </p:pic>
      <p:sp>
        <p:nvSpPr>
          <p:cNvPr id="3074" name="Google Shape;3074;p34"/>
          <p:cNvSpPr/>
          <p:nvPr/>
        </p:nvSpPr>
        <p:spPr>
          <a:xfrm flipH="1" rot="-5400000">
            <a:off x="6829239" y="4604100"/>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34"/>
          <p:cNvSpPr/>
          <p:nvPr/>
        </p:nvSpPr>
        <p:spPr>
          <a:xfrm flipH="1" rot="10800000">
            <a:off x="6912341" y="4676592"/>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6" name="Google Shape;3076;p34"/>
          <p:cNvPicPr preferRelativeResize="0"/>
          <p:nvPr/>
        </p:nvPicPr>
        <p:blipFill>
          <a:blip r:embed="rId3">
            <a:alphaModFix/>
          </a:blip>
          <a:stretch>
            <a:fillRect/>
          </a:stretch>
        </p:blipFill>
        <p:spPr>
          <a:xfrm>
            <a:off x="1567494" y="4676596"/>
            <a:ext cx="1013918" cy="726975"/>
          </a:xfrm>
          <a:prstGeom prst="rect">
            <a:avLst/>
          </a:prstGeom>
          <a:noFill/>
          <a:ln>
            <a:noFill/>
          </a:ln>
        </p:spPr>
      </p:pic>
      <p:pic>
        <p:nvPicPr>
          <p:cNvPr id="3077" name="Google Shape;3077;p34"/>
          <p:cNvPicPr preferRelativeResize="0"/>
          <p:nvPr/>
        </p:nvPicPr>
        <p:blipFill>
          <a:blip r:embed="rId3">
            <a:alphaModFix/>
          </a:blip>
          <a:stretch>
            <a:fillRect/>
          </a:stretch>
        </p:blipFill>
        <p:spPr>
          <a:xfrm>
            <a:off x="-508956" y="2685121"/>
            <a:ext cx="1013918" cy="726975"/>
          </a:xfrm>
          <a:prstGeom prst="rect">
            <a:avLst/>
          </a:prstGeom>
          <a:noFill/>
          <a:ln>
            <a:noFill/>
          </a:ln>
        </p:spPr>
      </p:pic>
      <p:pic>
        <p:nvPicPr>
          <p:cNvPr id="3078" name="Google Shape;3078;p34"/>
          <p:cNvPicPr preferRelativeResize="0"/>
          <p:nvPr/>
        </p:nvPicPr>
        <p:blipFill>
          <a:blip r:embed="rId3">
            <a:alphaModFix/>
          </a:blip>
          <a:stretch>
            <a:fillRect/>
          </a:stretch>
        </p:blipFill>
        <p:spPr>
          <a:xfrm>
            <a:off x="7722166" y="-427950"/>
            <a:ext cx="1217532" cy="87297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82" name="Shape 308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3083" name="Shape 3083"/>
        <p:cNvGrpSpPr/>
        <p:nvPr/>
      </p:nvGrpSpPr>
      <p:grpSpPr>
        <a:xfrm>
          <a:off x="0" y="0"/>
          <a:ext cx="0" cy="0"/>
          <a:chOff x="0" y="0"/>
          <a:chExt cx="0" cy="0"/>
        </a:xfrm>
      </p:grpSpPr>
      <p:sp>
        <p:nvSpPr>
          <p:cNvPr id="3084" name="Google Shape;3084;p37"/>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75" y="445025"/>
            <a:ext cx="7717500" cy="740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1pPr>
            <a:lvl2pPr lvl="1">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2pPr>
            <a:lvl3pPr lvl="2">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3pPr>
            <a:lvl4pPr lvl="3">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4pPr>
            <a:lvl5pPr lvl="4">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5pPr>
            <a:lvl6pPr lvl="5">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6pPr>
            <a:lvl7pPr lvl="6">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7pPr>
            <a:lvl8pPr lvl="7">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8pPr>
            <a:lvl9pPr lvl="8">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9pPr>
          </a:lstStyle>
          <a:p/>
        </p:txBody>
      </p:sp>
      <p:sp>
        <p:nvSpPr>
          <p:cNvPr id="7" name="Google Shape;7;p1"/>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1pPr>
            <a:lvl2pPr indent="-317500" lvl="1" marL="9144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2pPr>
            <a:lvl3pPr indent="-317500" lvl="2" marL="13716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3pPr>
            <a:lvl4pPr indent="-317500" lvl="3" marL="18288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4pPr>
            <a:lvl5pPr indent="-317500" lvl="4" marL="22860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5pPr>
            <a:lvl6pPr indent="-317500" lvl="5" marL="27432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6pPr>
            <a:lvl7pPr indent="-317500" lvl="6" marL="32004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7pPr>
            <a:lvl8pPr indent="-317500" lvl="7" marL="36576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8pPr>
            <a:lvl9pPr indent="-317500" lvl="8" marL="41148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079" name="Shape 3079"/>
        <p:cNvGrpSpPr/>
        <p:nvPr/>
      </p:nvGrpSpPr>
      <p:grpSpPr>
        <a:xfrm>
          <a:off x="0" y="0"/>
          <a:ext cx="0" cy="0"/>
          <a:chOff x="0" y="0"/>
          <a:chExt cx="0" cy="0"/>
        </a:xfrm>
      </p:grpSpPr>
      <p:sp>
        <p:nvSpPr>
          <p:cNvPr id="3080" name="Google Shape;3080;p35"/>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3081" name="Google Shape;3081;p35"/>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36.jp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image" Target="../media/image2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0" Type="http://schemas.openxmlformats.org/officeDocument/2006/relationships/image" Target="../media/image29.png"/><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2.png"/><Relationship Id="rId9" Type="http://schemas.openxmlformats.org/officeDocument/2006/relationships/image" Target="../media/image27.png"/><Relationship Id="rId5" Type="http://schemas.openxmlformats.org/officeDocument/2006/relationships/image" Target="../media/image41.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16.png"/><Relationship Id="rId11" Type="http://schemas.openxmlformats.org/officeDocument/2006/relationships/image" Target="../media/image26.png"/><Relationship Id="rId10" Type="http://schemas.openxmlformats.org/officeDocument/2006/relationships/image" Target="../media/image32.png"/><Relationship Id="rId13" Type="http://schemas.openxmlformats.org/officeDocument/2006/relationships/image" Target="../media/image30.png"/><Relationship Id="rId12" Type="http://schemas.openxmlformats.org/officeDocument/2006/relationships/image" Target="../media/image23.png"/><Relationship Id="rId15" Type="http://schemas.openxmlformats.org/officeDocument/2006/relationships/image" Target="../media/image33.png"/><Relationship Id="rId14" Type="http://schemas.openxmlformats.org/officeDocument/2006/relationships/image" Target="../media/image31.png"/><Relationship Id="rId17" Type="http://schemas.openxmlformats.org/officeDocument/2006/relationships/image" Target="../media/image28.png"/><Relationship Id="rId16" Type="http://schemas.openxmlformats.org/officeDocument/2006/relationships/image" Target="../media/image17.png"/><Relationship Id="rId19" Type="http://schemas.openxmlformats.org/officeDocument/2006/relationships/image" Target="../media/image35.png"/><Relationship Id="rId18"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hyperlink" Target="https://www.brecorder.com/news/40350307/18pc-increase-in-phishing-attempts-noted-during-2024" TargetMode="External"/><Relationship Id="rId5" Type="http://schemas.openxmlformats.org/officeDocument/2006/relationships/hyperlink" Target="https://www.arabnews.com/node/2372011/pakistan" TargetMode="External"/><Relationship Id="rId6" Type="http://schemas.openxmlformats.org/officeDocument/2006/relationships/hyperlink" Target="http://ojs.jdss.org.pk" TargetMode="External"/><Relationship Id="rId7" Type="http://schemas.openxmlformats.org/officeDocument/2006/relationships/hyperlink" Target="https://www.issi.org.pk/wp-content/uploads/2019/04/1-SS_Muhammad_Riaz_Shad_No-1_2019.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hyperlink" Target="https://www.thenews.com.pk/print/1252393-cyber-threats-in-pakistan-s-finance-sector-surge-by-114pc-in-2024-report" TargetMode="External"/><Relationship Id="rId5" Type="http://schemas.openxmlformats.org/officeDocument/2006/relationships/hyperlink" Target="https://caniphish.com/" TargetMode="External"/><Relationship Id="rId6" Type="http://schemas.openxmlformats.org/officeDocument/2006/relationships/hyperlink" Target="https://tryhackme.com/" TargetMode="External"/><Relationship Id="rId7" Type="http://schemas.openxmlformats.org/officeDocument/2006/relationships/hyperlink" Target="https://getgophish.com/" TargetMode="External"/><Relationship Id="rId8" Type="http://schemas.openxmlformats.org/officeDocument/2006/relationships/hyperlink" Target="https://www.guardey.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 Id="rId3" Type="http://schemas.openxmlformats.org/officeDocument/2006/relationships/hyperlink" Target="http://bit.ly/2PfT4lq" TargetMode="Externa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8" name="Shape 3088"/>
        <p:cNvGrpSpPr/>
        <p:nvPr/>
      </p:nvGrpSpPr>
      <p:grpSpPr>
        <a:xfrm>
          <a:off x="0" y="0"/>
          <a:ext cx="0" cy="0"/>
          <a:chOff x="0" y="0"/>
          <a:chExt cx="0" cy="0"/>
        </a:xfrm>
      </p:grpSpPr>
      <p:pic>
        <p:nvPicPr>
          <p:cNvPr id="3089" name="Google Shape;3089;p38"/>
          <p:cNvPicPr preferRelativeResize="0"/>
          <p:nvPr/>
        </p:nvPicPr>
        <p:blipFill>
          <a:blip r:embed="rId3">
            <a:alphaModFix/>
          </a:blip>
          <a:stretch>
            <a:fillRect/>
          </a:stretch>
        </p:blipFill>
        <p:spPr>
          <a:xfrm>
            <a:off x="183425" y="1946150"/>
            <a:ext cx="3633650" cy="2419999"/>
          </a:xfrm>
          <a:prstGeom prst="rect">
            <a:avLst/>
          </a:prstGeom>
          <a:noFill/>
          <a:ln>
            <a:noFill/>
          </a:ln>
        </p:spPr>
      </p:pic>
      <p:grpSp>
        <p:nvGrpSpPr>
          <p:cNvPr id="3090" name="Google Shape;3090;p38"/>
          <p:cNvGrpSpPr/>
          <p:nvPr/>
        </p:nvGrpSpPr>
        <p:grpSpPr>
          <a:xfrm>
            <a:off x="251783" y="4096069"/>
            <a:ext cx="2227588" cy="726522"/>
            <a:chOff x="3799000" y="1820400"/>
            <a:chExt cx="1039375" cy="338989"/>
          </a:xfrm>
        </p:grpSpPr>
        <p:sp>
          <p:nvSpPr>
            <p:cNvPr id="3091" name="Google Shape;3091;p38"/>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38"/>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38"/>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38"/>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38"/>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38"/>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38"/>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38"/>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38"/>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38"/>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38"/>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38"/>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38"/>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38"/>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38"/>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38"/>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38"/>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38"/>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38"/>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38"/>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38"/>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38"/>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38"/>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38"/>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38"/>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38"/>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38"/>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38"/>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38"/>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38"/>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38"/>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38"/>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38"/>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38"/>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38"/>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38"/>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7" name="Google Shape;3127;p38"/>
          <p:cNvGrpSpPr/>
          <p:nvPr/>
        </p:nvGrpSpPr>
        <p:grpSpPr>
          <a:xfrm>
            <a:off x="2374531" y="-1877848"/>
            <a:ext cx="745392" cy="771458"/>
            <a:chOff x="3962987" y="1472625"/>
            <a:chExt cx="316663" cy="327750"/>
          </a:xfrm>
        </p:grpSpPr>
        <p:grpSp>
          <p:nvGrpSpPr>
            <p:cNvPr id="3128" name="Google Shape;3128;p38"/>
            <p:cNvGrpSpPr/>
            <p:nvPr/>
          </p:nvGrpSpPr>
          <p:grpSpPr>
            <a:xfrm>
              <a:off x="3962987" y="1472625"/>
              <a:ext cx="316663" cy="58800"/>
              <a:chOff x="3962987" y="1472625"/>
              <a:chExt cx="316663" cy="58800"/>
            </a:xfrm>
          </p:grpSpPr>
          <p:sp>
            <p:nvSpPr>
              <p:cNvPr id="3129" name="Google Shape;3129;p38"/>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38"/>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38"/>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38"/>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3" name="Google Shape;3133;p38"/>
            <p:cNvGrpSpPr/>
            <p:nvPr/>
          </p:nvGrpSpPr>
          <p:grpSpPr>
            <a:xfrm>
              <a:off x="3962987" y="1562275"/>
              <a:ext cx="316663" cy="58800"/>
              <a:chOff x="3962987" y="1472625"/>
              <a:chExt cx="316663" cy="58800"/>
            </a:xfrm>
          </p:grpSpPr>
          <p:sp>
            <p:nvSpPr>
              <p:cNvPr id="3134" name="Google Shape;3134;p38"/>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38"/>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38"/>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38"/>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8" name="Google Shape;3138;p38"/>
            <p:cNvGrpSpPr/>
            <p:nvPr/>
          </p:nvGrpSpPr>
          <p:grpSpPr>
            <a:xfrm>
              <a:off x="3962987" y="1651925"/>
              <a:ext cx="316663" cy="58800"/>
              <a:chOff x="3962987" y="1472625"/>
              <a:chExt cx="316663" cy="58800"/>
            </a:xfrm>
          </p:grpSpPr>
          <p:sp>
            <p:nvSpPr>
              <p:cNvPr id="3139" name="Google Shape;3139;p38"/>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38"/>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38"/>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38"/>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3" name="Google Shape;3143;p38"/>
            <p:cNvGrpSpPr/>
            <p:nvPr/>
          </p:nvGrpSpPr>
          <p:grpSpPr>
            <a:xfrm>
              <a:off x="3962987" y="1741575"/>
              <a:ext cx="316663" cy="58800"/>
              <a:chOff x="3962987" y="1472625"/>
              <a:chExt cx="316663" cy="58800"/>
            </a:xfrm>
          </p:grpSpPr>
          <p:sp>
            <p:nvSpPr>
              <p:cNvPr id="3144" name="Google Shape;3144;p38"/>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38"/>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38"/>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38"/>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48" name="Google Shape;3148;p38"/>
          <p:cNvSpPr txBox="1"/>
          <p:nvPr>
            <p:ph type="ctrTitle"/>
          </p:nvPr>
        </p:nvSpPr>
        <p:spPr>
          <a:xfrm>
            <a:off x="3592375" y="1535000"/>
            <a:ext cx="4839900" cy="1167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CYBER SHIELD</a:t>
            </a:r>
            <a:endParaRPr/>
          </a:p>
        </p:txBody>
      </p:sp>
      <p:sp>
        <p:nvSpPr>
          <p:cNvPr id="3149" name="Google Shape;3149;p38"/>
          <p:cNvSpPr txBox="1"/>
          <p:nvPr>
            <p:ph idx="1" type="subTitle"/>
          </p:nvPr>
        </p:nvSpPr>
        <p:spPr>
          <a:xfrm>
            <a:off x="4692050" y="2702892"/>
            <a:ext cx="3564900" cy="91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Where Training Meets Real-World Simulation</a:t>
            </a:r>
            <a:endParaRPr sz="2000"/>
          </a:p>
        </p:txBody>
      </p:sp>
      <p:pic>
        <p:nvPicPr>
          <p:cNvPr id="3150" name="Google Shape;3150;p38"/>
          <p:cNvPicPr preferRelativeResize="0"/>
          <p:nvPr/>
        </p:nvPicPr>
        <p:blipFill>
          <a:blip r:embed="rId4">
            <a:alphaModFix/>
          </a:blip>
          <a:stretch>
            <a:fillRect/>
          </a:stretch>
        </p:blipFill>
        <p:spPr>
          <a:xfrm>
            <a:off x="3817086" y="2663603"/>
            <a:ext cx="1039375" cy="745235"/>
          </a:xfrm>
          <a:prstGeom prst="rect">
            <a:avLst/>
          </a:prstGeom>
          <a:noFill/>
          <a:ln>
            <a:noFill/>
          </a:ln>
        </p:spPr>
      </p:pic>
      <p:pic>
        <p:nvPicPr>
          <p:cNvPr id="3151" name="Google Shape;3151;p38"/>
          <p:cNvPicPr preferRelativeResize="0"/>
          <p:nvPr/>
        </p:nvPicPr>
        <p:blipFill>
          <a:blip r:embed="rId5">
            <a:alphaModFix/>
          </a:blip>
          <a:stretch>
            <a:fillRect/>
          </a:stretch>
        </p:blipFill>
        <p:spPr>
          <a:xfrm>
            <a:off x="1795468" y="918625"/>
            <a:ext cx="1796913" cy="2844548"/>
          </a:xfrm>
          <a:prstGeom prst="rect">
            <a:avLst/>
          </a:prstGeom>
          <a:noFill/>
          <a:ln>
            <a:noFill/>
          </a:ln>
        </p:spPr>
      </p:pic>
      <p:pic>
        <p:nvPicPr>
          <p:cNvPr id="3152" name="Google Shape;3152;p38"/>
          <p:cNvPicPr preferRelativeResize="0"/>
          <p:nvPr/>
        </p:nvPicPr>
        <p:blipFill>
          <a:blip r:embed="rId6">
            <a:alphaModFix/>
          </a:blip>
          <a:stretch>
            <a:fillRect/>
          </a:stretch>
        </p:blipFill>
        <p:spPr>
          <a:xfrm>
            <a:off x="799100" y="1780150"/>
            <a:ext cx="923250" cy="1217750"/>
          </a:xfrm>
          <a:prstGeom prst="rect">
            <a:avLst/>
          </a:prstGeom>
          <a:noFill/>
          <a:ln>
            <a:noFill/>
          </a:ln>
        </p:spPr>
      </p:pic>
      <p:pic>
        <p:nvPicPr>
          <p:cNvPr id="3153" name="Google Shape;3153;p38"/>
          <p:cNvPicPr preferRelativeResize="0"/>
          <p:nvPr/>
        </p:nvPicPr>
        <p:blipFill>
          <a:blip r:embed="rId7">
            <a:alphaModFix/>
          </a:blip>
          <a:stretch>
            <a:fillRect/>
          </a:stretch>
        </p:blipFill>
        <p:spPr>
          <a:xfrm>
            <a:off x="939125" y="2726398"/>
            <a:ext cx="1662625" cy="1740800"/>
          </a:xfrm>
          <a:prstGeom prst="rect">
            <a:avLst/>
          </a:prstGeom>
          <a:noFill/>
          <a:ln>
            <a:noFill/>
          </a:ln>
        </p:spPr>
      </p:pic>
      <p:pic>
        <p:nvPicPr>
          <p:cNvPr id="3154" name="Google Shape;3154;p38"/>
          <p:cNvPicPr preferRelativeResize="0"/>
          <p:nvPr/>
        </p:nvPicPr>
        <p:blipFill>
          <a:blip r:embed="rId8">
            <a:alphaModFix/>
          </a:blip>
          <a:stretch>
            <a:fillRect/>
          </a:stretch>
        </p:blipFill>
        <p:spPr>
          <a:xfrm>
            <a:off x="3498075" y="2867343"/>
            <a:ext cx="923250" cy="1167940"/>
          </a:xfrm>
          <a:prstGeom prst="rect">
            <a:avLst/>
          </a:prstGeom>
          <a:noFill/>
          <a:ln>
            <a:noFill/>
          </a:ln>
        </p:spPr>
      </p:pic>
      <p:sp>
        <p:nvSpPr>
          <p:cNvPr id="3155" name="Google Shape;3155;p38"/>
          <p:cNvSpPr txBox="1"/>
          <p:nvPr/>
        </p:nvSpPr>
        <p:spPr>
          <a:xfrm>
            <a:off x="4974500" y="3763163"/>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Advent Pro"/>
                <a:ea typeface="Advent Pro"/>
                <a:cs typeface="Advent Pro"/>
                <a:sym typeface="Advent Pro"/>
              </a:rPr>
              <a:t>FYP Proposal Defense</a:t>
            </a:r>
            <a:endParaRPr sz="1600">
              <a:solidFill>
                <a:schemeClr val="dk1"/>
              </a:solidFill>
              <a:latin typeface="Advent Pro"/>
              <a:ea typeface="Advent Pro"/>
              <a:cs typeface="Advent Pro"/>
              <a:sym typeface="Advent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9" name="Shape 3159"/>
        <p:cNvGrpSpPr/>
        <p:nvPr/>
      </p:nvGrpSpPr>
      <p:grpSpPr>
        <a:xfrm>
          <a:off x="0" y="0"/>
          <a:ext cx="0" cy="0"/>
          <a:chOff x="0" y="0"/>
          <a:chExt cx="0" cy="0"/>
        </a:xfrm>
      </p:grpSpPr>
      <p:grpSp>
        <p:nvGrpSpPr>
          <p:cNvPr id="3160" name="Google Shape;3160;p39"/>
          <p:cNvGrpSpPr/>
          <p:nvPr/>
        </p:nvGrpSpPr>
        <p:grpSpPr>
          <a:xfrm flipH="1">
            <a:off x="1716958" y="1948344"/>
            <a:ext cx="2227588" cy="726522"/>
            <a:chOff x="3799000" y="1820400"/>
            <a:chExt cx="1039375" cy="338989"/>
          </a:xfrm>
        </p:grpSpPr>
        <p:sp>
          <p:nvSpPr>
            <p:cNvPr id="3161" name="Google Shape;3161;p39"/>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39"/>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39"/>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39"/>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39"/>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39"/>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39"/>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39"/>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39"/>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39"/>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39"/>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39"/>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39"/>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39"/>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39"/>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39"/>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39"/>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39"/>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39"/>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39"/>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39"/>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39"/>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39"/>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39"/>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39"/>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39"/>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39"/>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39"/>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39"/>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39"/>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39"/>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39"/>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39"/>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39"/>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39"/>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39"/>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7" name="Google Shape;3197;p39"/>
          <p:cNvGrpSpPr/>
          <p:nvPr/>
        </p:nvGrpSpPr>
        <p:grpSpPr>
          <a:xfrm flipH="1">
            <a:off x="3553070" y="4605107"/>
            <a:ext cx="2227588" cy="726522"/>
            <a:chOff x="3799000" y="1820400"/>
            <a:chExt cx="1039375" cy="338989"/>
          </a:xfrm>
        </p:grpSpPr>
        <p:sp>
          <p:nvSpPr>
            <p:cNvPr id="3198" name="Google Shape;3198;p39"/>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39"/>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39"/>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39"/>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39"/>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39"/>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39"/>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39"/>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39"/>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39"/>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39"/>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39"/>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39"/>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39"/>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39"/>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39"/>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39"/>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39"/>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39"/>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39"/>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39"/>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39"/>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39"/>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39"/>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39"/>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39"/>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39"/>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39"/>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39"/>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39"/>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39"/>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39"/>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39"/>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39"/>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39"/>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39"/>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4" name="Google Shape;3234;p39"/>
          <p:cNvGrpSpPr/>
          <p:nvPr/>
        </p:nvGrpSpPr>
        <p:grpSpPr>
          <a:xfrm>
            <a:off x="899383" y="1819044"/>
            <a:ext cx="2227588" cy="726522"/>
            <a:chOff x="3799000" y="1820400"/>
            <a:chExt cx="1039375" cy="338989"/>
          </a:xfrm>
        </p:grpSpPr>
        <p:sp>
          <p:nvSpPr>
            <p:cNvPr id="3235" name="Google Shape;3235;p39"/>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39"/>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39"/>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39"/>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39"/>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39"/>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39"/>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39"/>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39"/>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39"/>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39"/>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39"/>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39"/>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39"/>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39"/>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39"/>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39"/>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39"/>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39"/>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39"/>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39"/>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39"/>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39"/>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39"/>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39"/>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39"/>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39"/>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39"/>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39"/>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39"/>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39"/>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39"/>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39"/>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39"/>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39"/>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39"/>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71" name="Google Shape;3271;p39" title="WhatsApp Image 2024-02-28 at 12.54.33_f52eb6af.jpg"/>
          <p:cNvPicPr preferRelativeResize="0"/>
          <p:nvPr/>
        </p:nvPicPr>
        <p:blipFill rotWithShape="1">
          <a:blip r:embed="rId3">
            <a:alphaModFix/>
          </a:blip>
          <a:srcRect b="6862" l="24732" r="29339" t="24381"/>
          <a:stretch/>
        </p:blipFill>
        <p:spPr>
          <a:xfrm>
            <a:off x="3648706" y="1475488"/>
            <a:ext cx="1417200" cy="1413600"/>
          </a:xfrm>
          <a:prstGeom prst="ellipse">
            <a:avLst/>
          </a:prstGeom>
          <a:noFill/>
          <a:ln cap="flat" cmpd="sng" w="9525">
            <a:solidFill>
              <a:schemeClr val="dk1"/>
            </a:solidFill>
            <a:prstDash val="solid"/>
            <a:round/>
            <a:headEnd len="sm" w="sm" type="none"/>
            <a:tailEnd len="sm" w="sm" type="none"/>
          </a:ln>
        </p:spPr>
      </p:pic>
      <p:sp>
        <p:nvSpPr>
          <p:cNvPr id="3272" name="Google Shape;3272;p39"/>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a:t>
            </a:r>
            <a:r>
              <a:rPr lang="en"/>
              <a:t>MEMBERS</a:t>
            </a:r>
            <a:endParaRPr/>
          </a:p>
        </p:txBody>
      </p:sp>
      <p:sp>
        <p:nvSpPr>
          <p:cNvPr id="3273" name="Google Shape;3273;p39"/>
          <p:cNvSpPr txBox="1"/>
          <p:nvPr>
            <p:ph idx="2" type="title"/>
          </p:nvPr>
        </p:nvSpPr>
        <p:spPr>
          <a:xfrm>
            <a:off x="3315406" y="3009750"/>
            <a:ext cx="2083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Aimen Munawar</a:t>
            </a:r>
            <a:endParaRPr/>
          </a:p>
        </p:txBody>
      </p:sp>
      <p:sp>
        <p:nvSpPr>
          <p:cNvPr id="3274" name="Google Shape;3274;p39"/>
          <p:cNvSpPr txBox="1"/>
          <p:nvPr>
            <p:ph idx="1" type="subTitle"/>
          </p:nvPr>
        </p:nvSpPr>
        <p:spPr>
          <a:xfrm>
            <a:off x="3315406" y="3439300"/>
            <a:ext cx="2083800" cy="61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415867 </a:t>
            </a:r>
            <a:endParaRPr/>
          </a:p>
          <a:p>
            <a:pPr indent="0" lvl="0" marL="0" rtl="0" algn="ctr">
              <a:spcBef>
                <a:spcPts val="0"/>
              </a:spcBef>
              <a:spcAft>
                <a:spcPts val="0"/>
              </a:spcAft>
              <a:buNone/>
            </a:pPr>
            <a:r>
              <a:rPr lang="en"/>
              <a:t>BESE-13-A</a:t>
            </a:r>
            <a:endParaRPr/>
          </a:p>
        </p:txBody>
      </p:sp>
      <p:pic>
        <p:nvPicPr>
          <p:cNvPr id="3275" name="Google Shape;3275;p39"/>
          <p:cNvPicPr preferRelativeResize="0"/>
          <p:nvPr/>
        </p:nvPicPr>
        <p:blipFill>
          <a:blip r:embed="rId4">
            <a:alphaModFix/>
          </a:blip>
          <a:stretch>
            <a:fillRect/>
          </a:stretch>
        </p:blipFill>
        <p:spPr>
          <a:xfrm>
            <a:off x="8128125" y="1270657"/>
            <a:ext cx="699175" cy="922209"/>
          </a:xfrm>
          <a:prstGeom prst="rect">
            <a:avLst/>
          </a:prstGeom>
          <a:noFill/>
          <a:ln>
            <a:noFill/>
          </a:ln>
        </p:spPr>
      </p:pic>
      <p:grpSp>
        <p:nvGrpSpPr>
          <p:cNvPr id="3276" name="Google Shape;3276;p39"/>
          <p:cNvGrpSpPr/>
          <p:nvPr/>
        </p:nvGrpSpPr>
        <p:grpSpPr>
          <a:xfrm>
            <a:off x="4103253" y="4069282"/>
            <a:ext cx="508123" cy="126020"/>
            <a:chOff x="3857800" y="1236682"/>
            <a:chExt cx="237086" cy="58800"/>
          </a:xfrm>
        </p:grpSpPr>
        <p:sp>
          <p:nvSpPr>
            <p:cNvPr id="3277" name="Google Shape;3277;p39"/>
            <p:cNvSpPr/>
            <p:nvPr/>
          </p:nvSpPr>
          <p:spPr>
            <a:xfrm>
              <a:off x="3946943"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39"/>
            <p:cNvSpPr/>
            <p:nvPr/>
          </p:nvSpPr>
          <p:spPr>
            <a:xfrm>
              <a:off x="4036086"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39"/>
            <p:cNvSpPr/>
            <p:nvPr/>
          </p:nvSpPr>
          <p:spPr>
            <a:xfrm>
              <a:off x="3857800"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0" name="Google Shape;3280;p39"/>
          <p:cNvGrpSpPr/>
          <p:nvPr/>
        </p:nvGrpSpPr>
        <p:grpSpPr>
          <a:xfrm flipH="1">
            <a:off x="5850808" y="1948344"/>
            <a:ext cx="2227588" cy="726522"/>
            <a:chOff x="3799000" y="1820400"/>
            <a:chExt cx="1039375" cy="338989"/>
          </a:xfrm>
        </p:grpSpPr>
        <p:sp>
          <p:nvSpPr>
            <p:cNvPr id="3281" name="Google Shape;3281;p39"/>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39"/>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39"/>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39"/>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39"/>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39"/>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39"/>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39"/>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39"/>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39"/>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39"/>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39"/>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39"/>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39"/>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39"/>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39"/>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39"/>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39"/>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39"/>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39"/>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39"/>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39"/>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39"/>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39"/>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39"/>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39"/>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39"/>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39"/>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39"/>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39"/>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39"/>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39"/>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39"/>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39"/>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39"/>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39"/>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317" name="Google Shape;3317;p39" title="WhatsApp Image 2025-09-03 at 15.47.20.jpeg"/>
          <p:cNvPicPr preferRelativeResize="0"/>
          <p:nvPr/>
        </p:nvPicPr>
        <p:blipFill rotWithShape="1">
          <a:blip r:embed="rId5">
            <a:alphaModFix/>
          </a:blip>
          <a:srcRect b="0" l="0" r="0" t="0"/>
          <a:stretch/>
        </p:blipFill>
        <p:spPr>
          <a:xfrm>
            <a:off x="5780656" y="1475488"/>
            <a:ext cx="1417200" cy="1417200"/>
          </a:xfrm>
          <a:prstGeom prst="ellipse">
            <a:avLst/>
          </a:prstGeom>
          <a:noFill/>
          <a:ln cap="flat" cmpd="sng" w="9525">
            <a:solidFill>
              <a:schemeClr val="dk1"/>
            </a:solidFill>
            <a:prstDash val="solid"/>
            <a:round/>
            <a:headEnd len="sm" w="sm" type="none"/>
            <a:tailEnd len="sm" w="sm" type="none"/>
          </a:ln>
        </p:spPr>
      </p:pic>
      <p:sp>
        <p:nvSpPr>
          <p:cNvPr id="3318" name="Google Shape;3318;p39"/>
          <p:cNvSpPr txBox="1"/>
          <p:nvPr>
            <p:ph idx="3" type="title"/>
          </p:nvPr>
        </p:nvSpPr>
        <p:spPr>
          <a:xfrm>
            <a:off x="5447350" y="3009750"/>
            <a:ext cx="21540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Maheen Akhtar Khan</a:t>
            </a:r>
            <a:endParaRPr/>
          </a:p>
        </p:txBody>
      </p:sp>
      <p:sp>
        <p:nvSpPr>
          <p:cNvPr id="3319" name="Google Shape;3319;p39"/>
          <p:cNvSpPr txBox="1"/>
          <p:nvPr>
            <p:ph idx="4" type="subTitle"/>
          </p:nvPr>
        </p:nvSpPr>
        <p:spPr>
          <a:xfrm>
            <a:off x="5447356" y="3439300"/>
            <a:ext cx="2083800" cy="61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429419 </a:t>
            </a:r>
            <a:endParaRPr/>
          </a:p>
          <a:p>
            <a:pPr indent="0" lvl="0" marL="0" rtl="0" algn="ctr">
              <a:spcBef>
                <a:spcPts val="0"/>
              </a:spcBef>
              <a:spcAft>
                <a:spcPts val="0"/>
              </a:spcAft>
              <a:buNone/>
            </a:pPr>
            <a:r>
              <a:rPr lang="en"/>
              <a:t>BESE-13-A</a:t>
            </a:r>
            <a:endParaRPr/>
          </a:p>
          <a:p>
            <a:pPr indent="0" lvl="0" marL="0" rtl="0" algn="ctr">
              <a:spcBef>
                <a:spcPts val="0"/>
              </a:spcBef>
              <a:spcAft>
                <a:spcPts val="0"/>
              </a:spcAft>
              <a:buNone/>
            </a:pPr>
            <a:r>
              <a:t/>
            </a:r>
            <a:endParaRPr/>
          </a:p>
        </p:txBody>
      </p:sp>
      <p:grpSp>
        <p:nvGrpSpPr>
          <p:cNvPr id="3320" name="Google Shape;3320;p39"/>
          <p:cNvGrpSpPr/>
          <p:nvPr/>
        </p:nvGrpSpPr>
        <p:grpSpPr>
          <a:xfrm>
            <a:off x="6235190" y="4069282"/>
            <a:ext cx="508123" cy="126020"/>
            <a:chOff x="3857800" y="1236682"/>
            <a:chExt cx="237086" cy="58800"/>
          </a:xfrm>
        </p:grpSpPr>
        <p:sp>
          <p:nvSpPr>
            <p:cNvPr id="3321" name="Google Shape;3321;p39"/>
            <p:cNvSpPr/>
            <p:nvPr/>
          </p:nvSpPr>
          <p:spPr>
            <a:xfrm>
              <a:off x="3946943"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39"/>
            <p:cNvSpPr/>
            <p:nvPr/>
          </p:nvSpPr>
          <p:spPr>
            <a:xfrm>
              <a:off x="4036086"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39"/>
            <p:cNvSpPr/>
            <p:nvPr/>
          </p:nvSpPr>
          <p:spPr>
            <a:xfrm>
              <a:off x="3857800"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324" name="Google Shape;3324;p39" title="WhatsApp Image 2025-09-02 at 7.50.37 PM.jpeg"/>
          <p:cNvPicPr preferRelativeResize="0"/>
          <p:nvPr/>
        </p:nvPicPr>
        <p:blipFill rotWithShape="1">
          <a:blip r:embed="rId6">
            <a:alphaModFix/>
          </a:blip>
          <a:srcRect b="14731" l="15996" r="15996" t="39927"/>
          <a:stretch/>
        </p:blipFill>
        <p:spPr>
          <a:xfrm>
            <a:off x="1446606" y="1475488"/>
            <a:ext cx="1417200" cy="1417200"/>
          </a:xfrm>
          <a:prstGeom prst="ellipse">
            <a:avLst/>
          </a:prstGeom>
          <a:noFill/>
          <a:ln cap="flat" cmpd="sng" w="9525">
            <a:solidFill>
              <a:schemeClr val="dk1"/>
            </a:solidFill>
            <a:prstDash val="solid"/>
            <a:round/>
            <a:headEnd len="sm" w="sm" type="none"/>
            <a:tailEnd len="sm" w="sm" type="none"/>
          </a:ln>
        </p:spPr>
      </p:pic>
      <p:sp>
        <p:nvSpPr>
          <p:cNvPr id="3325" name="Google Shape;3325;p39"/>
          <p:cNvSpPr txBox="1"/>
          <p:nvPr>
            <p:ph idx="3" type="title"/>
          </p:nvPr>
        </p:nvSpPr>
        <p:spPr>
          <a:xfrm>
            <a:off x="1113306" y="3009750"/>
            <a:ext cx="2083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Hadia Ali</a:t>
            </a:r>
            <a:endParaRPr/>
          </a:p>
        </p:txBody>
      </p:sp>
      <p:sp>
        <p:nvSpPr>
          <p:cNvPr id="3326" name="Google Shape;3326;p39"/>
          <p:cNvSpPr txBox="1"/>
          <p:nvPr>
            <p:ph idx="4" type="subTitle"/>
          </p:nvPr>
        </p:nvSpPr>
        <p:spPr>
          <a:xfrm>
            <a:off x="1113306" y="3439300"/>
            <a:ext cx="2083800" cy="61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410865 </a:t>
            </a:r>
            <a:endParaRPr/>
          </a:p>
          <a:p>
            <a:pPr indent="0" lvl="0" marL="0" rtl="0" algn="ctr">
              <a:spcBef>
                <a:spcPts val="0"/>
              </a:spcBef>
              <a:spcAft>
                <a:spcPts val="0"/>
              </a:spcAft>
              <a:buNone/>
            </a:pPr>
            <a:r>
              <a:rPr lang="en"/>
              <a:t>BESE-13-A</a:t>
            </a:r>
            <a:endParaRPr/>
          </a:p>
          <a:p>
            <a:pPr indent="0" lvl="0" marL="0" rtl="0" algn="ctr">
              <a:spcBef>
                <a:spcPts val="0"/>
              </a:spcBef>
              <a:spcAft>
                <a:spcPts val="0"/>
              </a:spcAft>
              <a:buNone/>
            </a:pPr>
            <a:r>
              <a:t/>
            </a:r>
            <a:endParaRPr/>
          </a:p>
        </p:txBody>
      </p:sp>
      <p:grpSp>
        <p:nvGrpSpPr>
          <p:cNvPr id="3327" name="Google Shape;3327;p39"/>
          <p:cNvGrpSpPr/>
          <p:nvPr/>
        </p:nvGrpSpPr>
        <p:grpSpPr>
          <a:xfrm>
            <a:off x="1901140" y="4069282"/>
            <a:ext cx="508123" cy="126020"/>
            <a:chOff x="3857800" y="1236682"/>
            <a:chExt cx="237086" cy="58800"/>
          </a:xfrm>
        </p:grpSpPr>
        <p:sp>
          <p:nvSpPr>
            <p:cNvPr id="3328" name="Google Shape;3328;p39"/>
            <p:cNvSpPr/>
            <p:nvPr/>
          </p:nvSpPr>
          <p:spPr>
            <a:xfrm>
              <a:off x="3946943"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39"/>
            <p:cNvSpPr/>
            <p:nvPr/>
          </p:nvSpPr>
          <p:spPr>
            <a:xfrm>
              <a:off x="4036086"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39"/>
            <p:cNvSpPr/>
            <p:nvPr/>
          </p:nvSpPr>
          <p:spPr>
            <a:xfrm>
              <a:off x="3857800" y="1236682"/>
              <a:ext cx="58800" cy="58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4" name="Shape 3334"/>
        <p:cNvGrpSpPr/>
        <p:nvPr/>
      </p:nvGrpSpPr>
      <p:grpSpPr>
        <a:xfrm>
          <a:off x="0" y="0"/>
          <a:ext cx="0" cy="0"/>
          <a:chOff x="0" y="0"/>
          <a:chExt cx="0" cy="0"/>
        </a:xfrm>
      </p:grpSpPr>
      <p:sp>
        <p:nvSpPr>
          <p:cNvPr id="3335" name="Google Shape;3335;p40"/>
          <p:cNvSpPr/>
          <p:nvPr/>
        </p:nvSpPr>
        <p:spPr>
          <a:xfrm>
            <a:off x="4902476" y="2374150"/>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0"/>
          <p:cNvSpPr/>
          <p:nvPr/>
        </p:nvSpPr>
        <p:spPr>
          <a:xfrm>
            <a:off x="4902476" y="1283050"/>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0"/>
          <p:cNvSpPr/>
          <p:nvPr/>
        </p:nvSpPr>
        <p:spPr>
          <a:xfrm>
            <a:off x="1242276" y="2371238"/>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40"/>
          <p:cNvSpPr/>
          <p:nvPr/>
        </p:nvSpPr>
        <p:spPr>
          <a:xfrm>
            <a:off x="1242276" y="1263775"/>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40"/>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3340" name="Google Shape;3340;p40"/>
          <p:cNvSpPr txBox="1"/>
          <p:nvPr>
            <p:ph idx="2" type="title"/>
          </p:nvPr>
        </p:nvSpPr>
        <p:spPr>
          <a:xfrm>
            <a:off x="2131775" y="1406575"/>
            <a:ext cx="2109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3341" name="Google Shape;3341;p40"/>
          <p:cNvSpPr txBox="1"/>
          <p:nvPr>
            <p:ph idx="3" type="title"/>
          </p:nvPr>
        </p:nvSpPr>
        <p:spPr>
          <a:xfrm>
            <a:off x="5792275" y="1406575"/>
            <a:ext cx="2109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EXISTING SYSTEMS</a:t>
            </a:r>
            <a:endParaRPr/>
          </a:p>
        </p:txBody>
      </p:sp>
      <p:sp>
        <p:nvSpPr>
          <p:cNvPr id="3342" name="Google Shape;3342;p40"/>
          <p:cNvSpPr txBox="1"/>
          <p:nvPr>
            <p:ph idx="5" type="title"/>
          </p:nvPr>
        </p:nvSpPr>
        <p:spPr>
          <a:xfrm>
            <a:off x="2131775" y="2516944"/>
            <a:ext cx="2109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SYSTEM</a:t>
            </a:r>
            <a:endParaRPr/>
          </a:p>
        </p:txBody>
      </p:sp>
      <p:sp>
        <p:nvSpPr>
          <p:cNvPr id="3343" name="Google Shape;3343;p40"/>
          <p:cNvSpPr txBox="1"/>
          <p:nvPr>
            <p:ph idx="7" type="title"/>
          </p:nvPr>
        </p:nvSpPr>
        <p:spPr>
          <a:xfrm>
            <a:off x="5792275" y="2516950"/>
            <a:ext cx="2638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SYSTEM ARCHITECTURE</a:t>
            </a:r>
            <a:endParaRPr/>
          </a:p>
        </p:txBody>
      </p:sp>
      <p:sp>
        <p:nvSpPr>
          <p:cNvPr id="3344" name="Google Shape;3344;p40"/>
          <p:cNvSpPr txBox="1"/>
          <p:nvPr>
            <p:ph idx="9" type="title"/>
          </p:nvPr>
        </p:nvSpPr>
        <p:spPr>
          <a:xfrm>
            <a:off x="1242275" y="1429988"/>
            <a:ext cx="813300" cy="48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345" name="Google Shape;3345;p40"/>
          <p:cNvSpPr txBox="1"/>
          <p:nvPr>
            <p:ph idx="13" type="title"/>
          </p:nvPr>
        </p:nvSpPr>
        <p:spPr>
          <a:xfrm>
            <a:off x="1241975" y="2532725"/>
            <a:ext cx="8139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346" name="Google Shape;3346;p40"/>
          <p:cNvSpPr txBox="1"/>
          <p:nvPr>
            <p:ph idx="14" type="title"/>
          </p:nvPr>
        </p:nvSpPr>
        <p:spPr>
          <a:xfrm>
            <a:off x="4902183" y="1428163"/>
            <a:ext cx="8139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347" name="Google Shape;3347;p40"/>
          <p:cNvSpPr txBox="1"/>
          <p:nvPr>
            <p:ph idx="15" type="title"/>
          </p:nvPr>
        </p:nvSpPr>
        <p:spPr>
          <a:xfrm>
            <a:off x="4902183" y="2535638"/>
            <a:ext cx="8139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348" name="Google Shape;3348;p40"/>
          <p:cNvSpPr/>
          <p:nvPr/>
        </p:nvSpPr>
        <p:spPr>
          <a:xfrm>
            <a:off x="4902476" y="3468150"/>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40"/>
          <p:cNvSpPr/>
          <p:nvPr/>
        </p:nvSpPr>
        <p:spPr>
          <a:xfrm>
            <a:off x="1242276" y="3465238"/>
            <a:ext cx="813300" cy="813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40"/>
          <p:cNvSpPr txBox="1"/>
          <p:nvPr>
            <p:ph idx="5" type="title"/>
          </p:nvPr>
        </p:nvSpPr>
        <p:spPr>
          <a:xfrm>
            <a:off x="2131775" y="3610944"/>
            <a:ext cx="2109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MILESTONES</a:t>
            </a:r>
            <a:endParaRPr/>
          </a:p>
        </p:txBody>
      </p:sp>
      <p:sp>
        <p:nvSpPr>
          <p:cNvPr id="3351" name="Google Shape;3351;p40"/>
          <p:cNvSpPr txBox="1"/>
          <p:nvPr>
            <p:ph idx="7" type="title"/>
          </p:nvPr>
        </p:nvSpPr>
        <p:spPr>
          <a:xfrm>
            <a:off x="5792275" y="3610950"/>
            <a:ext cx="2638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3352" name="Google Shape;3352;p40"/>
          <p:cNvSpPr txBox="1"/>
          <p:nvPr>
            <p:ph idx="13" type="title"/>
          </p:nvPr>
        </p:nvSpPr>
        <p:spPr>
          <a:xfrm>
            <a:off x="1241975" y="3626725"/>
            <a:ext cx="8139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353" name="Google Shape;3353;p40"/>
          <p:cNvSpPr txBox="1"/>
          <p:nvPr>
            <p:ph idx="15" type="title"/>
          </p:nvPr>
        </p:nvSpPr>
        <p:spPr>
          <a:xfrm>
            <a:off x="4902183" y="3629638"/>
            <a:ext cx="8139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7" name="Shape 3357"/>
        <p:cNvGrpSpPr/>
        <p:nvPr/>
      </p:nvGrpSpPr>
      <p:grpSpPr>
        <a:xfrm>
          <a:off x="0" y="0"/>
          <a:ext cx="0" cy="0"/>
          <a:chOff x="0" y="0"/>
          <a:chExt cx="0" cy="0"/>
        </a:xfrm>
      </p:grpSpPr>
      <p:grpSp>
        <p:nvGrpSpPr>
          <p:cNvPr id="3358" name="Google Shape;3358;p41"/>
          <p:cNvGrpSpPr/>
          <p:nvPr/>
        </p:nvGrpSpPr>
        <p:grpSpPr>
          <a:xfrm>
            <a:off x="3702004" y="1973753"/>
            <a:ext cx="1272330" cy="726958"/>
            <a:chOff x="4030253" y="-1410465"/>
            <a:chExt cx="1272330" cy="726958"/>
          </a:xfrm>
        </p:grpSpPr>
        <p:sp>
          <p:nvSpPr>
            <p:cNvPr id="3359" name="Google Shape;3359;p41"/>
            <p:cNvSpPr/>
            <p:nvPr/>
          </p:nvSpPr>
          <p:spPr>
            <a:xfrm>
              <a:off x="5176563" y="-141046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1"/>
            <p:cNvSpPr/>
            <p:nvPr/>
          </p:nvSpPr>
          <p:spPr>
            <a:xfrm>
              <a:off x="4221304" y="-141046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1"/>
            <p:cNvSpPr/>
            <p:nvPr/>
          </p:nvSpPr>
          <p:spPr>
            <a:xfrm>
              <a:off x="4412356" y="-141046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41"/>
            <p:cNvSpPr/>
            <p:nvPr/>
          </p:nvSpPr>
          <p:spPr>
            <a:xfrm>
              <a:off x="4030253" y="-141046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41"/>
            <p:cNvSpPr/>
            <p:nvPr/>
          </p:nvSpPr>
          <p:spPr>
            <a:xfrm>
              <a:off x="5176563"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41"/>
            <p:cNvSpPr/>
            <p:nvPr/>
          </p:nvSpPr>
          <p:spPr>
            <a:xfrm>
              <a:off x="5176563"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41"/>
            <p:cNvSpPr/>
            <p:nvPr/>
          </p:nvSpPr>
          <p:spPr>
            <a:xfrm>
              <a:off x="5176563"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1"/>
            <p:cNvSpPr/>
            <p:nvPr/>
          </p:nvSpPr>
          <p:spPr>
            <a:xfrm>
              <a:off x="4794459"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1"/>
            <p:cNvSpPr/>
            <p:nvPr/>
          </p:nvSpPr>
          <p:spPr>
            <a:xfrm>
              <a:off x="4794459"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41"/>
            <p:cNvSpPr/>
            <p:nvPr/>
          </p:nvSpPr>
          <p:spPr>
            <a:xfrm>
              <a:off x="4794459"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41"/>
            <p:cNvSpPr/>
            <p:nvPr/>
          </p:nvSpPr>
          <p:spPr>
            <a:xfrm>
              <a:off x="4985511"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41"/>
            <p:cNvSpPr/>
            <p:nvPr/>
          </p:nvSpPr>
          <p:spPr>
            <a:xfrm>
              <a:off x="4985511"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41"/>
            <p:cNvSpPr/>
            <p:nvPr/>
          </p:nvSpPr>
          <p:spPr>
            <a:xfrm>
              <a:off x="4985511"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41"/>
            <p:cNvSpPr/>
            <p:nvPr/>
          </p:nvSpPr>
          <p:spPr>
            <a:xfrm>
              <a:off x="4603408"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41"/>
            <p:cNvSpPr/>
            <p:nvPr/>
          </p:nvSpPr>
          <p:spPr>
            <a:xfrm>
              <a:off x="4603408"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41"/>
            <p:cNvSpPr/>
            <p:nvPr/>
          </p:nvSpPr>
          <p:spPr>
            <a:xfrm>
              <a:off x="4221304"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41"/>
            <p:cNvSpPr/>
            <p:nvPr/>
          </p:nvSpPr>
          <p:spPr>
            <a:xfrm>
              <a:off x="4221304"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41"/>
            <p:cNvSpPr/>
            <p:nvPr/>
          </p:nvSpPr>
          <p:spPr>
            <a:xfrm>
              <a:off x="4412356"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41"/>
            <p:cNvSpPr/>
            <p:nvPr/>
          </p:nvSpPr>
          <p:spPr>
            <a:xfrm>
              <a:off x="4412356"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41"/>
            <p:cNvSpPr/>
            <p:nvPr/>
          </p:nvSpPr>
          <p:spPr>
            <a:xfrm>
              <a:off x="4412356"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41"/>
            <p:cNvSpPr/>
            <p:nvPr/>
          </p:nvSpPr>
          <p:spPr>
            <a:xfrm>
              <a:off x="4030253" y="-120986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41"/>
            <p:cNvSpPr/>
            <p:nvPr/>
          </p:nvSpPr>
          <p:spPr>
            <a:xfrm>
              <a:off x="4030253" y="-100969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41"/>
            <p:cNvSpPr/>
            <p:nvPr/>
          </p:nvSpPr>
          <p:spPr>
            <a:xfrm>
              <a:off x="4030253" y="-80952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2" name="Google Shape;3382;p41"/>
          <p:cNvGrpSpPr/>
          <p:nvPr/>
        </p:nvGrpSpPr>
        <p:grpSpPr>
          <a:xfrm>
            <a:off x="5929366" y="1629471"/>
            <a:ext cx="1463362" cy="726522"/>
            <a:chOff x="8172753" y="6539578"/>
            <a:chExt cx="1463362" cy="726522"/>
          </a:xfrm>
        </p:grpSpPr>
        <p:sp>
          <p:nvSpPr>
            <p:cNvPr id="3383" name="Google Shape;3383;p41"/>
            <p:cNvSpPr/>
            <p:nvPr/>
          </p:nvSpPr>
          <p:spPr>
            <a:xfrm>
              <a:off x="9510115" y="653957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41"/>
            <p:cNvSpPr/>
            <p:nvPr/>
          </p:nvSpPr>
          <p:spPr>
            <a:xfrm>
              <a:off x="9510115" y="693991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41"/>
            <p:cNvSpPr/>
            <p:nvPr/>
          </p:nvSpPr>
          <p:spPr>
            <a:xfrm>
              <a:off x="9510115" y="714007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41"/>
            <p:cNvSpPr/>
            <p:nvPr/>
          </p:nvSpPr>
          <p:spPr>
            <a:xfrm>
              <a:off x="9319063" y="653957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41"/>
            <p:cNvSpPr/>
            <p:nvPr/>
          </p:nvSpPr>
          <p:spPr>
            <a:xfrm>
              <a:off x="9319063" y="693991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41"/>
            <p:cNvSpPr/>
            <p:nvPr/>
          </p:nvSpPr>
          <p:spPr>
            <a:xfrm>
              <a:off x="9319063" y="714007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41"/>
            <p:cNvSpPr/>
            <p:nvPr/>
          </p:nvSpPr>
          <p:spPr>
            <a:xfrm>
              <a:off x="8936960"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41"/>
            <p:cNvSpPr/>
            <p:nvPr/>
          </p:nvSpPr>
          <p:spPr>
            <a:xfrm>
              <a:off x="9128011"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41"/>
            <p:cNvSpPr/>
            <p:nvPr/>
          </p:nvSpPr>
          <p:spPr>
            <a:xfrm>
              <a:off x="9128011" y="693991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41"/>
            <p:cNvSpPr/>
            <p:nvPr/>
          </p:nvSpPr>
          <p:spPr>
            <a:xfrm>
              <a:off x="8745908" y="6539578"/>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41"/>
            <p:cNvSpPr/>
            <p:nvPr/>
          </p:nvSpPr>
          <p:spPr>
            <a:xfrm>
              <a:off x="8745908"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41"/>
            <p:cNvSpPr/>
            <p:nvPr/>
          </p:nvSpPr>
          <p:spPr>
            <a:xfrm>
              <a:off x="8745908" y="693991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41"/>
            <p:cNvSpPr/>
            <p:nvPr/>
          </p:nvSpPr>
          <p:spPr>
            <a:xfrm>
              <a:off x="8363805" y="6539578"/>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41"/>
            <p:cNvSpPr/>
            <p:nvPr/>
          </p:nvSpPr>
          <p:spPr>
            <a:xfrm>
              <a:off x="8363805"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41"/>
            <p:cNvSpPr/>
            <p:nvPr/>
          </p:nvSpPr>
          <p:spPr>
            <a:xfrm>
              <a:off x="8363805" y="71400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41"/>
            <p:cNvSpPr/>
            <p:nvPr/>
          </p:nvSpPr>
          <p:spPr>
            <a:xfrm>
              <a:off x="8554856"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41"/>
            <p:cNvSpPr/>
            <p:nvPr/>
          </p:nvSpPr>
          <p:spPr>
            <a:xfrm>
              <a:off x="8554856" y="693991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41"/>
            <p:cNvSpPr/>
            <p:nvPr/>
          </p:nvSpPr>
          <p:spPr>
            <a:xfrm>
              <a:off x="8554856" y="71400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41"/>
            <p:cNvSpPr/>
            <p:nvPr/>
          </p:nvSpPr>
          <p:spPr>
            <a:xfrm>
              <a:off x="8172753" y="673974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41"/>
            <p:cNvSpPr/>
            <p:nvPr/>
          </p:nvSpPr>
          <p:spPr>
            <a:xfrm>
              <a:off x="8172753" y="693991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3" name="Google Shape;3403;p41"/>
          <p:cNvGrpSpPr/>
          <p:nvPr/>
        </p:nvGrpSpPr>
        <p:grpSpPr>
          <a:xfrm>
            <a:off x="1605408" y="1310733"/>
            <a:ext cx="1654433" cy="726522"/>
            <a:chOff x="-453166" y="5813044"/>
            <a:chExt cx="1654433" cy="726522"/>
          </a:xfrm>
        </p:grpSpPr>
        <p:sp>
          <p:nvSpPr>
            <p:cNvPr id="3404" name="Google Shape;3404;p41"/>
            <p:cNvSpPr/>
            <p:nvPr/>
          </p:nvSpPr>
          <p:spPr>
            <a:xfrm>
              <a:off x="1075248" y="641354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41"/>
            <p:cNvSpPr/>
            <p:nvPr/>
          </p:nvSpPr>
          <p:spPr>
            <a:xfrm>
              <a:off x="693144"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41"/>
            <p:cNvSpPr/>
            <p:nvPr/>
          </p:nvSpPr>
          <p:spPr>
            <a:xfrm>
              <a:off x="693144"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41"/>
            <p:cNvSpPr/>
            <p:nvPr/>
          </p:nvSpPr>
          <p:spPr>
            <a:xfrm>
              <a:off x="693144" y="641354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41"/>
            <p:cNvSpPr/>
            <p:nvPr/>
          </p:nvSpPr>
          <p:spPr>
            <a:xfrm>
              <a:off x="884196"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41"/>
            <p:cNvSpPr/>
            <p:nvPr/>
          </p:nvSpPr>
          <p:spPr>
            <a:xfrm>
              <a:off x="884196"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41"/>
            <p:cNvSpPr/>
            <p:nvPr/>
          </p:nvSpPr>
          <p:spPr>
            <a:xfrm>
              <a:off x="502093"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41"/>
            <p:cNvSpPr/>
            <p:nvPr/>
          </p:nvSpPr>
          <p:spPr>
            <a:xfrm>
              <a:off x="502093" y="601321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41"/>
            <p:cNvSpPr/>
            <p:nvPr/>
          </p:nvSpPr>
          <p:spPr>
            <a:xfrm>
              <a:off x="502093"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41"/>
            <p:cNvSpPr/>
            <p:nvPr/>
          </p:nvSpPr>
          <p:spPr>
            <a:xfrm>
              <a:off x="502093" y="641354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41"/>
            <p:cNvSpPr/>
            <p:nvPr/>
          </p:nvSpPr>
          <p:spPr>
            <a:xfrm>
              <a:off x="119989"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41"/>
            <p:cNvSpPr/>
            <p:nvPr/>
          </p:nvSpPr>
          <p:spPr>
            <a:xfrm>
              <a:off x="119989" y="601321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41"/>
            <p:cNvSpPr/>
            <p:nvPr/>
          </p:nvSpPr>
          <p:spPr>
            <a:xfrm>
              <a:off x="119989"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41"/>
            <p:cNvSpPr/>
            <p:nvPr/>
          </p:nvSpPr>
          <p:spPr>
            <a:xfrm>
              <a:off x="119989" y="641354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41"/>
            <p:cNvSpPr/>
            <p:nvPr/>
          </p:nvSpPr>
          <p:spPr>
            <a:xfrm>
              <a:off x="311041"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41"/>
            <p:cNvSpPr/>
            <p:nvPr/>
          </p:nvSpPr>
          <p:spPr>
            <a:xfrm>
              <a:off x="311041" y="601321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41"/>
            <p:cNvSpPr/>
            <p:nvPr/>
          </p:nvSpPr>
          <p:spPr>
            <a:xfrm>
              <a:off x="311041"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41"/>
            <p:cNvSpPr/>
            <p:nvPr/>
          </p:nvSpPr>
          <p:spPr>
            <a:xfrm>
              <a:off x="311041" y="641354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41"/>
            <p:cNvSpPr/>
            <p:nvPr/>
          </p:nvSpPr>
          <p:spPr>
            <a:xfrm>
              <a:off x="-71062"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41"/>
            <p:cNvSpPr/>
            <p:nvPr/>
          </p:nvSpPr>
          <p:spPr>
            <a:xfrm>
              <a:off x="-71062" y="621337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41"/>
            <p:cNvSpPr/>
            <p:nvPr/>
          </p:nvSpPr>
          <p:spPr>
            <a:xfrm>
              <a:off x="-453166" y="601321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41"/>
            <p:cNvSpPr/>
            <p:nvPr/>
          </p:nvSpPr>
          <p:spPr>
            <a:xfrm>
              <a:off x="-262114" y="581304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41"/>
            <p:cNvSpPr/>
            <p:nvPr/>
          </p:nvSpPr>
          <p:spPr>
            <a:xfrm>
              <a:off x="-262114" y="6013211"/>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7" name="Google Shape;3427;p41"/>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3428" name="Google Shape;3428;p41"/>
          <p:cNvSpPr txBox="1"/>
          <p:nvPr>
            <p:ph idx="2" type="title"/>
          </p:nvPr>
        </p:nvSpPr>
        <p:spPr>
          <a:xfrm>
            <a:off x="1139900" y="3151825"/>
            <a:ext cx="2006700" cy="86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Rising Cyber Threats with Low Awareness</a:t>
            </a:r>
            <a:endParaRPr/>
          </a:p>
        </p:txBody>
      </p:sp>
      <p:sp>
        <p:nvSpPr>
          <p:cNvPr id="3429" name="Google Shape;3429;p41"/>
          <p:cNvSpPr txBox="1"/>
          <p:nvPr>
            <p:ph idx="3" type="title"/>
          </p:nvPr>
        </p:nvSpPr>
        <p:spPr>
          <a:xfrm>
            <a:off x="3568700" y="3151825"/>
            <a:ext cx="2006700" cy="86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Inadequate Existing Solutions</a:t>
            </a:r>
            <a:endParaRPr/>
          </a:p>
        </p:txBody>
      </p:sp>
      <p:sp>
        <p:nvSpPr>
          <p:cNvPr id="3430" name="Google Shape;3430;p41"/>
          <p:cNvSpPr txBox="1"/>
          <p:nvPr>
            <p:ph idx="5" type="title"/>
          </p:nvPr>
        </p:nvSpPr>
        <p:spPr>
          <a:xfrm>
            <a:off x="5997450" y="3151825"/>
            <a:ext cx="2006700" cy="8688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t>Need for a Localized Solution</a:t>
            </a:r>
            <a:endParaRPr/>
          </a:p>
        </p:txBody>
      </p:sp>
      <p:grpSp>
        <p:nvGrpSpPr>
          <p:cNvPr id="3431" name="Google Shape;3431;p41"/>
          <p:cNvGrpSpPr/>
          <p:nvPr/>
        </p:nvGrpSpPr>
        <p:grpSpPr>
          <a:xfrm>
            <a:off x="8375391" y="274915"/>
            <a:ext cx="485944" cy="339170"/>
            <a:chOff x="5265975" y="1869575"/>
            <a:chExt cx="269400" cy="128825"/>
          </a:xfrm>
        </p:grpSpPr>
        <p:cxnSp>
          <p:nvCxnSpPr>
            <p:cNvPr id="3432" name="Google Shape;3432;p41"/>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433" name="Google Shape;3433;p41"/>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434" name="Google Shape;3434;p41"/>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435" name="Google Shape;3435;p41"/>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436" name="Google Shape;3436;p41"/>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
        <p:nvSpPr>
          <p:cNvPr id="3437" name="Google Shape;3437;p41"/>
          <p:cNvSpPr/>
          <p:nvPr/>
        </p:nvSpPr>
        <p:spPr>
          <a:xfrm>
            <a:off x="1539752" y="1564119"/>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41"/>
          <p:cNvSpPr/>
          <p:nvPr/>
        </p:nvSpPr>
        <p:spPr>
          <a:xfrm>
            <a:off x="3968402" y="1564119"/>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41"/>
          <p:cNvSpPr/>
          <p:nvPr/>
        </p:nvSpPr>
        <p:spPr>
          <a:xfrm>
            <a:off x="6405052" y="1564119"/>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0" name="Google Shape;3440;p41"/>
          <p:cNvGrpSpPr/>
          <p:nvPr/>
        </p:nvGrpSpPr>
        <p:grpSpPr>
          <a:xfrm>
            <a:off x="4308152" y="1922358"/>
            <a:ext cx="527700" cy="491022"/>
            <a:chOff x="6099375" y="2456075"/>
            <a:chExt cx="337684" cy="314194"/>
          </a:xfrm>
        </p:grpSpPr>
        <p:sp>
          <p:nvSpPr>
            <p:cNvPr id="3441" name="Google Shape;3441;p41"/>
            <p:cNvSpPr/>
            <p:nvPr/>
          </p:nvSpPr>
          <p:spPr>
            <a:xfrm>
              <a:off x="6099375" y="2456075"/>
              <a:ext cx="337684" cy="314194"/>
            </a:xfrm>
            <a:custGeom>
              <a:rect b="b" l="l" r="r" t="t"/>
              <a:pathLst>
                <a:path extrusionOk="0" h="9871" w="10609">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41"/>
            <p:cNvSpPr/>
            <p:nvPr/>
          </p:nvSpPr>
          <p:spPr>
            <a:xfrm>
              <a:off x="6306652" y="2638748"/>
              <a:ext cx="59904" cy="59522"/>
            </a:xfrm>
            <a:custGeom>
              <a:rect b="b" l="l" r="r" t="t"/>
              <a:pathLst>
                <a:path extrusionOk="0" h="1870" w="1882">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3" name="Google Shape;3443;p41"/>
          <p:cNvGrpSpPr/>
          <p:nvPr/>
        </p:nvGrpSpPr>
        <p:grpSpPr>
          <a:xfrm>
            <a:off x="6765696" y="1879956"/>
            <a:ext cx="485913" cy="575832"/>
            <a:chOff x="3122257" y="1508594"/>
            <a:chExt cx="294850" cy="349434"/>
          </a:xfrm>
        </p:grpSpPr>
        <p:sp>
          <p:nvSpPr>
            <p:cNvPr id="3444" name="Google Shape;3444;p41"/>
            <p:cNvSpPr/>
            <p:nvPr/>
          </p:nvSpPr>
          <p:spPr>
            <a:xfrm>
              <a:off x="3226110" y="1659042"/>
              <a:ext cx="87557" cy="29568"/>
            </a:xfrm>
            <a:custGeom>
              <a:rect b="b" l="l" r="r" t="t"/>
              <a:pathLst>
                <a:path extrusionOk="0" h="929" w="2751">
                  <a:moveTo>
                    <a:pt x="1099" y="0"/>
                  </a:moveTo>
                  <a:cubicBezTo>
                    <a:pt x="771" y="0"/>
                    <a:pt x="476" y="33"/>
                    <a:pt x="286" y="60"/>
                  </a:cubicBezTo>
                  <a:cubicBezTo>
                    <a:pt x="119" y="96"/>
                    <a:pt x="0" y="227"/>
                    <a:pt x="0" y="393"/>
                  </a:cubicBezTo>
                  <a:lnTo>
                    <a:pt x="0" y="762"/>
                  </a:lnTo>
                  <a:cubicBezTo>
                    <a:pt x="0" y="846"/>
                    <a:pt x="72" y="929"/>
                    <a:pt x="167" y="929"/>
                  </a:cubicBezTo>
                  <a:cubicBezTo>
                    <a:pt x="250" y="929"/>
                    <a:pt x="322" y="846"/>
                    <a:pt x="322" y="762"/>
                  </a:cubicBezTo>
                  <a:lnTo>
                    <a:pt x="322" y="393"/>
                  </a:lnTo>
                  <a:cubicBezTo>
                    <a:pt x="322" y="393"/>
                    <a:pt x="322" y="369"/>
                    <a:pt x="345" y="369"/>
                  </a:cubicBezTo>
                  <a:cubicBezTo>
                    <a:pt x="509" y="350"/>
                    <a:pt x="813" y="315"/>
                    <a:pt x="1144" y="315"/>
                  </a:cubicBezTo>
                  <a:cubicBezTo>
                    <a:pt x="1222" y="315"/>
                    <a:pt x="1302" y="317"/>
                    <a:pt x="1381" y="322"/>
                  </a:cubicBezTo>
                  <a:cubicBezTo>
                    <a:pt x="1893" y="358"/>
                    <a:pt x="2250" y="488"/>
                    <a:pt x="2465" y="703"/>
                  </a:cubicBezTo>
                  <a:cubicBezTo>
                    <a:pt x="2494" y="733"/>
                    <a:pt x="2536" y="747"/>
                    <a:pt x="2578" y="747"/>
                  </a:cubicBezTo>
                  <a:cubicBezTo>
                    <a:pt x="2619" y="747"/>
                    <a:pt x="2661" y="733"/>
                    <a:pt x="2691" y="703"/>
                  </a:cubicBezTo>
                  <a:cubicBezTo>
                    <a:pt x="2750" y="643"/>
                    <a:pt x="2750" y="536"/>
                    <a:pt x="2679" y="477"/>
                  </a:cubicBezTo>
                  <a:cubicBezTo>
                    <a:pt x="2297" y="95"/>
                    <a:pt x="1652" y="0"/>
                    <a:pt x="1099" y="0"/>
                  </a:cubicBezTo>
                  <a:close/>
                </a:path>
              </a:pathLst>
            </a:custGeom>
            <a:solidFill>
              <a:schemeClr val="dk1"/>
            </a:solidFill>
            <a:ln>
              <a:noFill/>
            </a:ln>
          </p:spPr>
          <p:txBody>
            <a:bodyPr anchorCtr="0" anchor="ctr" bIns="150675" lIns="150675" spcFirstLastPara="1" rIns="150675" wrap="square" tIns="150675">
              <a:noAutofit/>
            </a:bodyPr>
            <a:lstStyle/>
            <a:p>
              <a:pPr indent="0" lvl="0" marL="0" rtl="0" algn="l">
                <a:spcBef>
                  <a:spcPts val="0"/>
                </a:spcBef>
                <a:spcAft>
                  <a:spcPts val="0"/>
                </a:spcAft>
                <a:buNone/>
              </a:pPr>
              <a:r>
                <a:t/>
              </a:r>
              <a:endParaRPr/>
            </a:p>
          </p:txBody>
        </p:sp>
        <p:sp>
          <p:nvSpPr>
            <p:cNvPr id="3445" name="Google Shape;3445;p41"/>
            <p:cNvSpPr/>
            <p:nvPr/>
          </p:nvSpPr>
          <p:spPr>
            <a:xfrm>
              <a:off x="3171144" y="1612033"/>
              <a:ext cx="196694" cy="245613"/>
            </a:xfrm>
            <a:custGeom>
              <a:rect b="b" l="l" r="r" t="t"/>
              <a:pathLst>
                <a:path extrusionOk="0" h="7717" w="6180">
                  <a:moveTo>
                    <a:pt x="4835" y="334"/>
                  </a:moveTo>
                  <a:lnTo>
                    <a:pt x="4835" y="1894"/>
                  </a:lnTo>
                  <a:cubicBezTo>
                    <a:pt x="4835" y="2132"/>
                    <a:pt x="4775" y="2358"/>
                    <a:pt x="4692" y="2561"/>
                  </a:cubicBezTo>
                  <a:cubicBezTo>
                    <a:pt x="4668" y="2585"/>
                    <a:pt x="4668" y="2608"/>
                    <a:pt x="4668" y="2644"/>
                  </a:cubicBezTo>
                  <a:lnTo>
                    <a:pt x="4668" y="3097"/>
                  </a:lnTo>
                  <a:cubicBezTo>
                    <a:pt x="4668" y="3537"/>
                    <a:pt x="4489" y="3930"/>
                    <a:pt x="4180" y="4228"/>
                  </a:cubicBezTo>
                  <a:cubicBezTo>
                    <a:pt x="3900" y="4497"/>
                    <a:pt x="3532" y="4649"/>
                    <a:pt x="3129" y="4649"/>
                  </a:cubicBezTo>
                  <a:cubicBezTo>
                    <a:pt x="3087" y="4649"/>
                    <a:pt x="3044" y="4648"/>
                    <a:pt x="3001" y="4644"/>
                  </a:cubicBezTo>
                  <a:cubicBezTo>
                    <a:pt x="2168" y="4597"/>
                    <a:pt x="1537" y="3894"/>
                    <a:pt x="1537" y="3037"/>
                  </a:cubicBezTo>
                  <a:lnTo>
                    <a:pt x="1537" y="2644"/>
                  </a:lnTo>
                  <a:cubicBezTo>
                    <a:pt x="1537" y="2608"/>
                    <a:pt x="1537" y="2597"/>
                    <a:pt x="1513" y="2561"/>
                  </a:cubicBezTo>
                  <a:cubicBezTo>
                    <a:pt x="1418" y="2358"/>
                    <a:pt x="1370" y="2120"/>
                    <a:pt x="1370" y="1894"/>
                  </a:cubicBezTo>
                  <a:lnTo>
                    <a:pt x="1370" y="1549"/>
                  </a:lnTo>
                  <a:cubicBezTo>
                    <a:pt x="1370" y="882"/>
                    <a:pt x="1918" y="334"/>
                    <a:pt x="2584" y="334"/>
                  </a:cubicBezTo>
                  <a:close/>
                  <a:moveTo>
                    <a:pt x="3954" y="4763"/>
                  </a:moveTo>
                  <a:lnTo>
                    <a:pt x="3954" y="5061"/>
                  </a:lnTo>
                  <a:lnTo>
                    <a:pt x="3096" y="5656"/>
                  </a:lnTo>
                  <a:lnTo>
                    <a:pt x="2215" y="5061"/>
                  </a:lnTo>
                  <a:lnTo>
                    <a:pt x="2215" y="4763"/>
                  </a:lnTo>
                  <a:cubicBezTo>
                    <a:pt x="2441" y="4883"/>
                    <a:pt x="2691" y="4966"/>
                    <a:pt x="2965" y="4978"/>
                  </a:cubicBezTo>
                  <a:lnTo>
                    <a:pt x="3096" y="4978"/>
                  </a:lnTo>
                  <a:cubicBezTo>
                    <a:pt x="3406" y="4978"/>
                    <a:pt x="3704" y="4894"/>
                    <a:pt x="3954" y="4763"/>
                  </a:cubicBezTo>
                  <a:close/>
                  <a:moveTo>
                    <a:pt x="2084" y="5359"/>
                  </a:moveTo>
                  <a:lnTo>
                    <a:pt x="2846" y="5883"/>
                  </a:lnTo>
                  <a:lnTo>
                    <a:pt x="2441" y="6276"/>
                  </a:lnTo>
                  <a:lnTo>
                    <a:pt x="2430" y="6276"/>
                  </a:lnTo>
                  <a:lnTo>
                    <a:pt x="1918" y="5525"/>
                  </a:lnTo>
                  <a:lnTo>
                    <a:pt x="2084" y="5359"/>
                  </a:lnTo>
                  <a:close/>
                  <a:moveTo>
                    <a:pt x="4108" y="5347"/>
                  </a:moveTo>
                  <a:lnTo>
                    <a:pt x="4275" y="5514"/>
                  </a:lnTo>
                  <a:lnTo>
                    <a:pt x="3763" y="6276"/>
                  </a:lnTo>
                  <a:lnTo>
                    <a:pt x="3751" y="6276"/>
                  </a:lnTo>
                  <a:lnTo>
                    <a:pt x="3346" y="5871"/>
                  </a:lnTo>
                  <a:lnTo>
                    <a:pt x="4108" y="5347"/>
                  </a:lnTo>
                  <a:close/>
                  <a:moveTo>
                    <a:pt x="2572" y="1"/>
                  </a:moveTo>
                  <a:cubicBezTo>
                    <a:pt x="1727" y="1"/>
                    <a:pt x="1037" y="692"/>
                    <a:pt x="1037" y="1537"/>
                  </a:cubicBezTo>
                  <a:lnTo>
                    <a:pt x="1037" y="1882"/>
                  </a:lnTo>
                  <a:cubicBezTo>
                    <a:pt x="1037" y="2144"/>
                    <a:pt x="1096" y="2418"/>
                    <a:pt x="1215" y="2668"/>
                  </a:cubicBezTo>
                  <a:lnTo>
                    <a:pt x="1215" y="3025"/>
                  </a:lnTo>
                  <a:cubicBezTo>
                    <a:pt x="1215" y="3620"/>
                    <a:pt x="1489" y="4168"/>
                    <a:pt x="1906" y="4525"/>
                  </a:cubicBezTo>
                  <a:lnTo>
                    <a:pt x="1906" y="5061"/>
                  </a:lnTo>
                  <a:lnTo>
                    <a:pt x="1608" y="5383"/>
                  </a:lnTo>
                  <a:cubicBezTo>
                    <a:pt x="1572" y="5406"/>
                    <a:pt x="1560" y="5454"/>
                    <a:pt x="1560" y="5502"/>
                  </a:cubicBezTo>
                  <a:lnTo>
                    <a:pt x="560" y="5859"/>
                  </a:lnTo>
                  <a:cubicBezTo>
                    <a:pt x="239" y="5978"/>
                    <a:pt x="1" y="6299"/>
                    <a:pt x="1" y="6657"/>
                  </a:cubicBezTo>
                  <a:lnTo>
                    <a:pt x="1" y="7549"/>
                  </a:lnTo>
                  <a:cubicBezTo>
                    <a:pt x="1" y="7645"/>
                    <a:pt x="72" y="7716"/>
                    <a:pt x="167" y="7716"/>
                  </a:cubicBezTo>
                  <a:cubicBezTo>
                    <a:pt x="251" y="7716"/>
                    <a:pt x="322" y="7645"/>
                    <a:pt x="322" y="7549"/>
                  </a:cubicBezTo>
                  <a:lnTo>
                    <a:pt x="322" y="6657"/>
                  </a:lnTo>
                  <a:cubicBezTo>
                    <a:pt x="322" y="6430"/>
                    <a:pt x="465" y="6240"/>
                    <a:pt x="667" y="6168"/>
                  </a:cubicBezTo>
                  <a:lnTo>
                    <a:pt x="1715" y="5775"/>
                  </a:lnTo>
                  <a:lnTo>
                    <a:pt x="2144" y="6430"/>
                  </a:lnTo>
                  <a:cubicBezTo>
                    <a:pt x="2203" y="6526"/>
                    <a:pt x="2287" y="6561"/>
                    <a:pt x="2382" y="6585"/>
                  </a:cubicBezTo>
                  <a:lnTo>
                    <a:pt x="2406" y="6585"/>
                  </a:lnTo>
                  <a:cubicBezTo>
                    <a:pt x="2501" y="6585"/>
                    <a:pt x="2584" y="6549"/>
                    <a:pt x="2644" y="6478"/>
                  </a:cubicBezTo>
                  <a:lnTo>
                    <a:pt x="2918" y="6204"/>
                  </a:lnTo>
                  <a:lnTo>
                    <a:pt x="2918" y="7549"/>
                  </a:lnTo>
                  <a:cubicBezTo>
                    <a:pt x="2918" y="7633"/>
                    <a:pt x="2989" y="7716"/>
                    <a:pt x="3084" y="7716"/>
                  </a:cubicBezTo>
                  <a:cubicBezTo>
                    <a:pt x="3168" y="7716"/>
                    <a:pt x="3239" y="7633"/>
                    <a:pt x="3239" y="7549"/>
                  </a:cubicBezTo>
                  <a:lnTo>
                    <a:pt x="3239" y="6204"/>
                  </a:lnTo>
                  <a:lnTo>
                    <a:pt x="3513" y="6478"/>
                  </a:lnTo>
                  <a:cubicBezTo>
                    <a:pt x="3573" y="6537"/>
                    <a:pt x="3656" y="6585"/>
                    <a:pt x="3751" y="6585"/>
                  </a:cubicBezTo>
                  <a:lnTo>
                    <a:pt x="3775" y="6585"/>
                  </a:lnTo>
                  <a:cubicBezTo>
                    <a:pt x="3882" y="6561"/>
                    <a:pt x="3977" y="6526"/>
                    <a:pt x="4013" y="6430"/>
                  </a:cubicBezTo>
                  <a:lnTo>
                    <a:pt x="4454" y="5775"/>
                  </a:lnTo>
                  <a:lnTo>
                    <a:pt x="5489" y="6168"/>
                  </a:lnTo>
                  <a:cubicBezTo>
                    <a:pt x="5704" y="6240"/>
                    <a:pt x="5835" y="6430"/>
                    <a:pt x="5835" y="6657"/>
                  </a:cubicBezTo>
                  <a:lnTo>
                    <a:pt x="5835" y="7549"/>
                  </a:lnTo>
                  <a:cubicBezTo>
                    <a:pt x="5835" y="7645"/>
                    <a:pt x="5906" y="7716"/>
                    <a:pt x="6001" y="7716"/>
                  </a:cubicBezTo>
                  <a:cubicBezTo>
                    <a:pt x="6085" y="7716"/>
                    <a:pt x="6156" y="7645"/>
                    <a:pt x="6156" y="7549"/>
                  </a:cubicBezTo>
                  <a:lnTo>
                    <a:pt x="6156" y="6657"/>
                  </a:lnTo>
                  <a:cubicBezTo>
                    <a:pt x="6180" y="6311"/>
                    <a:pt x="5954" y="6002"/>
                    <a:pt x="5620" y="5883"/>
                  </a:cubicBezTo>
                  <a:lnTo>
                    <a:pt x="4632" y="5525"/>
                  </a:lnTo>
                  <a:cubicBezTo>
                    <a:pt x="4632" y="5478"/>
                    <a:pt x="4608" y="5442"/>
                    <a:pt x="4585" y="5406"/>
                  </a:cubicBezTo>
                  <a:lnTo>
                    <a:pt x="4287" y="5097"/>
                  </a:lnTo>
                  <a:lnTo>
                    <a:pt x="4287" y="4549"/>
                  </a:lnTo>
                  <a:cubicBezTo>
                    <a:pt x="4311" y="4513"/>
                    <a:pt x="4346" y="4490"/>
                    <a:pt x="4370" y="4466"/>
                  </a:cubicBezTo>
                  <a:cubicBezTo>
                    <a:pt x="4751" y="4109"/>
                    <a:pt x="4966" y="3620"/>
                    <a:pt x="4966" y="3097"/>
                  </a:cubicBezTo>
                  <a:lnTo>
                    <a:pt x="4966" y="2680"/>
                  </a:lnTo>
                  <a:cubicBezTo>
                    <a:pt x="5085" y="2430"/>
                    <a:pt x="5144" y="2180"/>
                    <a:pt x="5144" y="1894"/>
                  </a:cubicBezTo>
                  <a:lnTo>
                    <a:pt x="5144" y="168"/>
                  </a:lnTo>
                  <a:cubicBezTo>
                    <a:pt x="5144" y="72"/>
                    <a:pt x="5073" y="1"/>
                    <a:pt x="4989" y="1"/>
                  </a:cubicBezTo>
                  <a:close/>
                </a:path>
              </a:pathLst>
            </a:custGeom>
            <a:solidFill>
              <a:schemeClr val="dk1"/>
            </a:solidFill>
            <a:ln>
              <a:noFill/>
            </a:ln>
          </p:spPr>
          <p:txBody>
            <a:bodyPr anchorCtr="0" anchor="ctr" bIns="150675" lIns="150675" spcFirstLastPara="1" rIns="150675" wrap="square" tIns="150675">
              <a:noAutofit/>
            </a:bodyPr>
            <a:lstStyle/>
            <a:p>
              <a:pPr indent="0" lvl="0" marL="0" rtl="0" algn="l">
                <a:spcBef>
                  <a:spcPts val="0"/>
                </a:spcBef>
                <a:spcAft>
                  <a:spcPts val="0"/>
                </a:spcAft>
                <a:buNone/>
              </a:pPr>
              <a:r>
                <a:t/>
              </a:r>
              <a:endParaRPr/>
            </a:p>
          </p:txBody>
        </p:sp>
        <p:sp>
          <p:nvSpPr>
            <p:cNvPr id="3446" name="Google Shape;3446;p41"/>
            <p:cNvSpPr/>
            <p:nvPr/>
          </p:nvSpPr>
          <p:spPr>
            <a:xfrm>
              <a:off x="3204117" y="1836767"/>
              <a:ext cx="10630" cy="21261"/>
            </a:xfrm>
            <a:custGeom>
              <a:rect b="b" l="l" r="r" t="t"/>
              <a:pathLst>
                <a:path extrusionOk="0" h="668" w="334">
                  <a:moveTo>
                    <a:pt x="167" y="0"/>
                  </a:moveTo>
                  <a:cubicBezTo>
                    <a:pt x="84" y="0"/>
                    <a:pt x="1" y="72"/>
                    <a:pt x="1" y="167"/>
                  </a:cubicBezTo>
                  <a:lnTo>
                    <a:pt x="1" y="500"/>
                  </a:lnTo>
                  <a:cubicBezTo>
                    <a:pt x="1" y="596"/>
                    <a:pt x="84" y="667"/>
                    <a:pt x="167" y="667"/>
                  </a:cubicBezTo>
                  <a:cubicBezTo>
                    <a:pt x="262" y="667"/>
                    <a:pt x="334" y="596"/>
                    <a:pt x="334" y="500"/>
                  </a:cubicBezTo>
                  <a:lnTo>
                    <a:pt x="334" y="167"/>
                  </a:lnTo>
                  <a:cubicBezTo>
                    <a:pt x="334" y="72"/>
                    <a:pt x="262" y="0"/>
                    <a:pt x="167" y="0"/>
                  </a:cubicBezTo>
                  <a:close/>
                </a:path>
              </a:pathLst>
            </a:custGeom>
            <a:solidFill>
              <a:schemeClr val="dk1"/>
            </a:solidFill>
            <a:ln>
              <a:noFill/>
            </a:ln>
          </p:spPr>
          <p:txBody>
            <a:bodyPr anchorCtr="0" anchor="ctr" bIns="150675" lIns="150675" spcFirstLastPara="1" rIns="150675" wrap="square" tIns="150675">
              <a:noAutofit/>
            </a:bodyPr>
            <a:lstStyle/>
            <a:p>
              <a:pPr indent="0" lvl="0" marL="0" rtl="0" algn="l">
                <a:spcBef>
                  <a:spcPts val="0"/>
                </a:spcBef>
                <a:spcAft>
                  <a:spcPts val="0"/>
                </a:spcAft>
                <a:buNone/>
              </a:pPr>
              <a:r>
                <a:t/>
              </a:r>
              <a:endParaRPr/>
            </a:p>
          </p:txBody>
        </p:sp>
        <p:sp>
          <p:nvSpPr>
            <p:cNvPr id="3447" name="Google Shape;3447;p41"/>
            <p:cNvSpPr/>
            <p:nvPr/>
          </p:nvSpPr>
          <p:spPr>
            <a:xfrm>
              <a:off x="3324616" y="1836767"/>
              <a:ext cx="10280" cy="21261"/>
            </a:xfrm>
            <a:custGeom>
              <a:rect b="b" l="l" r="r" t="t"/>
              <a:pathLst>
                <a:path extrusionOk="0" h="668" w="323">
                  <a:moveTo>
                    <a:pt x="167" y="0"/>
                  </a:moveTo>
                  <a:cubicBezTo>
                    <a:pt x="72" y="0"/>
                    <a:pt x="1" y="72"/>
                    <a:pt x="1" y="167"/>
                  </a:cubicBezTo>
                  <a:lnTo>
                    <a:pt x="1" y="500"/>
                  </a:lnTo>
                  <a:cubicBezTo>
                    <a:pt x="1" y="596"/>
                    <a:pt x="72" y="667"/>
                    <a:pt x="167" y="667"/>
                  </a:cubicBezTo>
                  <a:cubicBezTo>
                    <a:pt x="251" y="667"/>
                    <a:pt x="322" y="596"/>
                    <a:pt x="322" y="500"/>
                  </a:cubicBezTo>
                  <a:lnTo>
                    <a:pt x="322" y="167"/>
                  </a:lnTo>
                  <a:cubicBezTo>
                    <a:pt x="322" y="72"/>
                    <a:pt x="251" y="0"/>
                    <a:pt x="167" y="0"/>
                  </a:cubicBezTo>
                  <a:close/>
                </a:path>
              </a:pathLst>
            </a:custGeom>
            <a:solidFill>
              <a:schemeClr val="dk1"/>
            </a:solidFill>
            <a:ln>
              <a:noFill/>
            </a:ln>
          </p:spPr>
          <p:txBody>
            <a:bodyPr anchorCtr="0" anchor="ctr" bIns="150675" lIns="150675" spcFirstLastPara="1" rIns="150675" wrap="square" tIns="150675">
              <a:noAutofit/>
            </a:bodyPr>
            <a:lstStyle/>
            <a:p>
              <a:pPr indent="0" lvl="0" marL="0" rtl="0" algn="l">
                <a:spcBef>
                  <a:spcPts val="0"/>
                </a:spcBef>
                <a:spcAft>
                  <a:spcPts val="0"/>
                </a:spcAft>
                <a:buNone/>
              </a:pPr>
              <a:r>
                <a:t/>
              </a:r>
              <a:endParaRPr/>
            </a:p>
          </p:txBody>
        </p:sp>
        <p:sp>
          <p:nvSpPr>
            <p:cNvPr id="3448" name="Google Shape;3448;p41"/>
            <p:cNvSpPr/>
            <p:nvPr/>
          </p:nvSpPr>
          <p:spPr>
            <a:xfrm>
              <a:off x="3122257" y="1508594"/>
              <a:ext cx="294850" cy="278554"/>
            </a:xfrm>
            <a:custGeom>
              <a:rect b="b" l="l" r="r" t="t"/>
              <a:pathLst>
                <a:path extrusionOk="0" h="8752" w="9264">
                  <a:moveTo>
                    <a:pt x="3096" y="584"/>
                  </a:moveTo>
                  <a:lnTo>
                    <a:pt x="3096" y="584"/>
                  </a:lnTo>
                  <a:cubicBezTo>
                    <a:pt x="2858" y="798"/>
                    <a:pt x="2620" y="1060"/>
                    <a:pt x="2430" y="1382"/>
                  </a:cubicBezTo>
                  <a:cubicBezTo>
                    <a:pt x="2299" y="1584"/>
                    <a:pt x="2156" y="1810"/>
                    <a:pt x="2061" y="2048"/>
                  </a:cubicBezTo>
                  <a:lnTo>
                    <a:pt x="1168" y="2048"/>
                  </a:lnTo>
                  <a:cubicBezTo>
                    <a:pt x="1656" y="1394"/>
                    <a:pt x="2322" y="882"/>
                    <a:pt x="3096" y="584"/>
                  </a:cubicBezTo>
                  <a:close/>
                  <a:moveTo>
                    <a:pt x="4466" y="310"/>
                  </a:moveTo>
                  <a:lnTo>
                    <a:pt x="4466" y="2048"/>
                  </a:lnTo>
                  <a:lnTo>
                    <a:pt x="2418" y="2048"/>
                  </a:lnTo>
                  <a:cubicBezTo>
                    <a:pt x="2894" y="1048"/>
                    <a:pt x="3632" y="382"/>
                    <a:pt x="4466" y="310"/>
                  </a:cubicBezTo>
                  <a:close/>
                  <a:moveTo>
                    <a:pt x="4799" y="310"/>
                  </a:moveTo>
                  <a:cubicBezTo>
                    <a:pt x="5644" y="382"/>
                    <a:pt x="6371" y="1048"/>
                    <a:pt x="6847" y="2048"/>
                  </a:cubicBezTo>
                  <a:lnTo>
                    <a:pt x="4799" y="2048"/>
                  </a:lnTo>
                  <a:lnTo>
                    <a:pt x="4799" y="310"/>
                  </a:lnTo>
                  <a:close/>
                  <a:moveTo>
                    <a:pt x="6168" y="608"/>
                  </a:moveTo>
                  <a:cubicBezTo>
                    <a:pt x="6942" y="905"/>
                    <a:pt x="7609" y="1405"/>
                    <a:pt x="8097" y="2060"/>
                  </a:cubicBezTo>
                  <a:lnTo>
                    <a:pt x="7204" y="2060"/>
                  </a:lnTo>
                  <a:cubicBezTo>
                    <a:pt x="7097" y="1810"/>
                    <a:pt x="6966" y="1584"/>
                    <a:pt x="6835" y="1382"/>
                  </a:cubicBezTo>
                  <a:cubicBezTo>
                    <a:pt x="6621" y="1072"/>
                    <a:pt x="6406" y="810"/>
                    <a:pt x="6168" y="608"/>
                  </a:cubicBezTo>
                  <a:close/>
                  <a:moveTo>
                    <a:pt x="1941" y="2382"/>
                  </a:moveTo>
                  <a:cubicBezTo>
                    <a:pt x="1703" y="3013"/>
                    <a:pt x="1560" y="3715"/>
                    <a:pt x="1549" y="4465"/>
                  </a:cubicBezTo>
                  <a:lnTo>
                    <a:pt x="322" y="4465"/>
                  </a:lnTo>
                  <a:cubicBezTo>
                    <a:pt x="358" y="3703"/>
                    <a:pt x="584" y="2989"/>
                    <a:pt x="953" y="2382"/>
                  </a:cubicBezTo>
                  <a:close/>
                  <a:moveTo>
                    <a:pt x="8323" y="2382"/>
                  </a:moveTo>
                  <a:cubicBezTo>
                    <a:pt x="8692" y="2989"/>
                    <a:pt x="8919" y="3703"/>
                    <a:pt x="8942" y="4465"/>
                  </a:cubicBezTo>
                  <a:lnTo>
                    <a:pt x="7728" y="4465"/>
                  </a:lnTo>
                  <a:cubicBezTo>
                    <a:pt x="7692" y="3715"/>
                    <a:pt x="7561" y="3013"/>
                    <a:pt x="7335" y="2382"/>
                  </a:cubicBezTo>
                  <a:close/>
                  <a:moveTo>
                    <a:pt x="1537" y="4787"/>
                  </a:moveTo>
                  <a:cubicBezTo>
                    <a:pt x="1560" y="5466"/>
                    <a:pt x="1668" y="6132"/>
                    <a:pt x="1882" y="6739"/>
                  </a:cubicBezTo>
                  <a:lnTo>
                    <a:pt x="1918" y="6870"/>
                  </a:lnTo>
                  <a:lnTo>
                    <a:pt x="941" y="6870"/>
                  </a:lnTo>
                  <a:cubicBezTo>
                    <a:pt x="572" y="6239"/>
                    <a:pt x="346" y="5525"/>
                    <a:pt x="310" y="4787"/>
                  </a:cubicBezTo>
                  <a:close/>
                  <a:moveTo>
                    <a:pt x="8919" y="4787"/>
                  </a:moveTo>
                  <a:cubicBezTo>
                    <a:pt x="8919" y="5501"/>
                    <a:pt x="8704" y="6204"/>
                    <a:pt x="8347" y="6811"/>
                  </a:cubicBezTo>
                  <a:cubicBezTo>
                    <a:pt x="8335" y="6823"/>
                    <a:pt x="8323" y="6859"/>
                    <a:pt x="8311" y="6870"/>
                  </a:cubicBezTo>
                  <a:lnTo>
                    <a:pt x="7323" y="6870"/>
                  </a:lnTo>
                  <a:lnTo>
                    <a:pt x="7371" y="6739"/>
                  </a:lnTo>
                  <a:cubicBezTo>
                    <a:pt x="7573" y="6120"/>
                    <a:pt x="7680" y="5466"/>
                    <a:pt x="7692" y="4787"/>
                  </a:cubicBezTo>
                  <a:close/>
                  <a:moveTo>
                    <a:pt x="4632" y="1"/>
                  </a:moveTo>
                  <a:cubicBezTo>
                    <a:pt x="3394" y="1"/>
                    <a:pt x="2239" y="477"/>
                    <a:pt x="1358" y="1346"/>
                  </a:cubicBezTo>
                  <a:cubicBezTo>
                    <a:pt x="477" y="2227"/>
                    <a:pt x="1" y="3382"/>
                    <a:pt x="1" y="4620"/>
                  </a:cubicBezTo>
                  <a:cubicBezTo>
                    <a:pt x="1" y="6358"/>
                    <a:pt x="953" y="7930"/>
                    <a:pt x="2501" y="8728"/>
                  </a:cubicBezTo>
                  <a:cubicBezTo>
                    <a:pt x="2537" y="8752"/>
                    <a:pt x="2549" y="8752"/>
                    <a:pt x="2573" y="8752"/>
                  </a:cubicBezTo>
                  <a:cubicBezTo>
                    <a:pt x="2632" y="8752"/>
                    <a:pt x="2692" y="8716"/>
                    <a:pt x="2727" y="8656"/>
                  </a:cubicBezTo>
                  <a:cubicBezTo>
                    <a:pt x="2775" y="8585"/>
                    <a:pt x="2739" y="8478"/>
                    <a:pt x="2656" y="8430"/>
                  </a:cubicBezTo>
                  <a:cubicBezTo>
                    <a:pt x="2061" y="8121"/>
                    <a:pt x="1560" y="7692"/>
                    <a:pt x="1179" y="7180"/>
                  </a:cubicBezTo>
                  <a:lnTo>
                    <a:pt x="2072" y="7180"/>
                  </a:lnTo>
                  <a:cubicBezTo>
                    <a:pt x="2263" y="7632"/>
                    <a:pt x="2513" y="8013"/>
                    <a:pt x="2799" y="8335"/>
                  </a:cubicBezTo>
                  <a:cubicBezTo>
                    <a:pt x="2831" y="8368"/>
                    <a:pt x="2879" y="8386"/>
                    <a:pt x="2924" y="8386"/>
                  </a:cubicBezTo>
                  <a:cubicBezTo>
                    <a:pt x="2962" y="8386"/>
                    <a:pt x="2998" y="8374"/>
                    <a:pt x="3025" y="8347"/>
                  </a:cubicBezTo>
                  <a:cubicBezTo>
                    <a:pt x="3084" y="8287"/>
                    <a:pt x="3096" y="8180"/>
                    <a:pt x="3037" y="8121"/>
                  </a:cubicBezTo>
                  <a:cubicBezTo>
                    <a:pt x="2799" y="7859"/>
                    <a:pt x="2596" y="7537"/>
                    <a:pt x="2430" y="7180"/>
                  </a:cubicBezTo>
                  <a:cubicBezTo>
                    <a:pt x="2501" y="7168"/>
                    <a:pt x="2561" y="7109"/>
                    <a:pt x="2561" y="7025"/>
                  </a:cubicBezTo>
                  <a:cubicBezTo>
                    <a:pt x="2561" y="6930"/>
                    <a:pt x="2489" y="6859"/>
                    <a:pt x="2394" y="6859"/>
                  </a:cubicBezTo>
                  <a:lnTo>
                    <a:pt x="2275" y="6859"/>
                  </a:lnTo>
                  <a:cubicBezTo>
                    <a:pt x="2025" y="6228"/>
                    <a:pt x="1894" y="5513"/>
                    <a:pt x="1882" y="4775"/>
                  </a:cubicBezTo>
                  <a:lnTo>
                    <a:pt x="2061" y="4775"/>
                  </a:lnTo>
                  <a:cubicBezTo>
                    <a:pt x="2144" y="4775"/>
                    <a:pt x="2215" y="4704"/>
                    <a:pt x="2215" y="4608"/>
                  </a:cubicBezTo>
                  <a:cubicBezTo>
                    <a:pt x="2215" y="4513"/>
                    <a:pt x="2144" y="4442"/>
                    <a:pt x="2061" y="4442"/>
                  </a:cubicBezTo>
                  <a:lnTo>
                    <a:pt x="1882" y="4442"/>
                  </a:lnTo>
                  <a:cubicBezTo>
                    <a:pt x="1894" y="3680"/>
                    <a:pt x="2037" y="2965"/>
                    <a:pt x="2275" y="2358"/>
                  </a:cubicBezTo>
                  <a:lnTo>
                    <a:pt x="4478" y="2358"/>
                  </a:lnTo>
                  <a:lnTo>
                    <a:pt x="4478" y="2715"/>
                  </a:lnTo>
                  <a:cubicBezTo>
                    <a:pt x="4478" y="2810"/>
                    <a:pt x="4561" y="2882"/>
                    <a:pt x="4644" y="2882"/>
                  </a:cubicBezTo>
                  <a:cubicBezTo>
                    <a:pt x="4739" y="2882"/>
                    <a:pt x="4811" y="2810"/>
                    <a:pt x="4811" y="2715"/>
                  </a:cubicBezTo>
                  <a:lnTo>
                    <a:pt x="4811" y="2358"/>
                  </a:lnTo>
                  <a:lnTo>
                    <a:pt x="7014" y="2358"/>
                  </a:lnTo>
                  <a:cubicBezTo>
                    <a:pt x="7252" y="2965"/>
                    <a:pt x="7395" y="3680"/>
                    <a:pt x="7418" y="4442"/>
                  </a:cubicBezTo>
                  <a:lnTo>
                    <a:pt x="7204" y="4442"/>
                  </a:lnTo>
                  <a:cubicBezTo>
                    <a:pt x="7121" y="4442"/>
                    <a:pt x="7037" y="4513"/>
                    <a:pt x="7037" y="4608"/>
                  </a:cubicBezTo>
                  <a:cubicBezTo>
                    <a:pt x="7037" y="4704"/>
                    <a:pt x="7121" y="4775"/>
                    <a:pt x="7204" y="4775"/>
                  </a:cubicBezTo>
                  <a:lnTo>
                    <a:pt x="7383" y="4775"/>
                  </a:lnTo>
                  <a:cubicBezTo>
                    <a:pt x="7371" y="5513"/>
                    <a:pt x="7216" y="6228"/>
                    <a:pt x="6978" y="6859"/>
                  </a:cubicBezTo>
                  <a:lnTo>
                    <a:pt x="6859" y="6859"/>
                  </a:lnTo>
                  <a:cubicBezTo>
                    <a:pt x="6775" y="6859"/>
                    <a:pt x="6704" y="6930"/>
                    <a:pt x="6704" y="7025"/>
                  </a:cubicBezTo>
                  <a:cubicBezTo>
                    <a:pt x="6704" y="7109"/>
                    <a:pt x="6764" y="7168"/>
                    <a:pt x="6835" y="7180"/>
                  </a:cubicBezTo>
                  <a:cubicBezTo>
                    <a:pt x="6668" y="7537"/>
                    <a:pt x="6466" y="7859"/>
                    <a:pt x="6228" y="8121"/>
                  </a:cubicBezTo>
                  <a:cubicBezTo>
                    <a:pt x="6168" y="8180"/>
                    <a:pt x="6168" y="8287"/>
                    <a:pt x="6240" y="8347"/>
                  </a:cubicBezTo>
                  <a:cubicBezTo>
                    <a:pt x="6263" y="8371"/>
                    <a:pt x="6311" y="8394"/>
                    <a:pt x="6347" y="8394"/>
                  </a:cubicBezTo>
                  <a:cubicBezTo>
                    <a:pt x="6383" y="8394"/>
                    <a:pt x="6430" y="8371"/>
                    <a:pt x="6466" y="8335"/>
                  </a:cubicBezTo>
                  <a:cubicBezTo>
                    <a:pt x="6740" y="8013"/>
                    <a:pt x="7002" y="7621"/>
                    <a:pt x="7192" y="7180"/>
                  </a:cubicBezTo>
                  <a:lnTo>
                    <a:pt x="8085" y="7180"/>
                  </a:lnTo>
                  <a:cubicBezTo>
                    <a:pt x="7728" y="7656"/>
                    <a:pt x="7299" y="8061"/>
                    <a:pt x="6775" y="8347"/>
                  </a:cubicBezTo>
                  <a:cubicBezTo>
                    <a:pt x="6704" y="8394"/>
                    <a:pt x="6668" y="8490"/>
                    <a:pt x="6716" y="8573"/>
                  </a:cubicBezTo>
                  <a:cubicBezTo>
                    <a:pt x="6749" y="8622"/>
                    <a:pt x="6804" y="8649"/>
                    <a:pt x="6863" y="8649"/>
                  </a:cubicBezTo>
                  <a:cubicBezTo>
                    <a:pt x="6889" y="8649"/>
                    <a:pt x="6916" y="8644"/>
                    <a:pt x="6942" y="8633"/>
                  </a:cubicBezTo>
                  <a:cubicBezTo>
                    <a:pt x="7621" y="8228"/>
                    <a:pt x="8204" y="7644"/>
                    <a:pt x="8621" y="6966"/>
                  </a:cubicBezTo>
                  <a:cubicBezTo>
                    <a:pt x="9038" y="6251"/>
                    <a:pt x="9264" y="5442"/>
                    <a:pt x="9264" y="4608"/>
                  </a:cubicBezTo>
                  <a:cubicBezTo>
                    <a:pt x="9264" y="3382"/>
                    <a:pt x="8788" y="2227"/>
                    <a:pt x="7907" y="1346"/>
                  </a:cubicBezTo>
                  <a:cubicBezTo>
                    <a:pt x="7025" y="477"/>
                    <a:pt x="5871" y="1"/>
                    <a:pt x="4632" y="1"/>
                  </a:cubicBezTo>
                  <a:close/>
                </a:path>
              </a:pathLst>
            </a:custGeom>
            <a:solidFill>
              <a:schemeClr val="dk1"/>
            </a:solidFill>
            <a:ln>
              <a:noFill/>
            </a:ln>
          </p:spPr>
          <p:txBody>
            <a:bodyPr anchorCtr="0" anchor="ctr" bIns="150675" lIns="150675" spcFirstLastPara="1" rIns="150675" wrap="square" tIns="150675">
              <a:noAutofit/>
            </a:bodyPr>
            <a:lstStyle/>
            <a:p>
              <a:pPr indent="0" lvl="0" marL="0" rtl="0" algn="l">
                <a:spcBef>
                  <a:spcPts val="0"/>
                </a:spcBef>
                <a:spcAft>
                  <a:spcPts val="0"/>
                </a:spcAft>
                <a:buNone/>
              </a:pPr>
              <a:r>
                <a:t/>
              </a:r>
              <a:endParaRPr/>
            </a:p>
          </p:txBody>
        </p:sp>
      </p:grpSp>
      <p:grpSp>
        <p:nvGrpSpPr>
          <p:cNvPr id="3449" name="Google Shape;3449;p41"/>
          <p:cNvGrpSpPr/>
          <p:nvPr/>
        </p:nvGrpSpPr>
        <p:grpSpPr>
          <a:xfrm>
            <a:off x="1879512" y="1933548"/>
            <a:ext cx="527687" cy="468660"/>
            <a:chOff x="3584280" y="3699191"/>
            <a:chExt cx="358069" cy="317995"/>
          </a:xfrm>
        </p:grpSpPr>
        <p:sp>
          <p:nvSpPr>
            <p:cNvPr id="3450" name="Google Shape;3450;p41"/>
            <p:cNvSpPr/>
            <p:nvPr/>
          </p:nvSpPr>
          <p:spPr>
            <a:xfrm>
              <a:off x="3584280" y="3699191"/>
              <a:ext cx="358069" cy="317995"/>
            </a:xfrm>
            <a:custGeom>
              <a:rect b="b" l="l" r="r" t="t"/>
              <a:pathLst>
                <a:path extrusionOk="0" h="10014" w="11276">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chemeClr val="dk1"/>
            </a:solidFill>
            <a:ln>
              <a:noFill/>
            </a:ln>
          </p:spPr>
          <p:txBody>
            <a:bodyPr anchorCtr="0" anchor="ctr" bIns="134750" lIns="134750" spcFirstLastPara="1" rIns="134750" wrap="square" tIns="134750">
              <a:noAutofit/>
            </a:bodyPr>
            <a:lstStyle/>
            <a:p>
              <a:pPr indent="0" lvl="0" marL="0" rtl="0" algn="l">
                <a:spcBef>
                  <a:spcPts val="0"/>
                </a:spcBef>
                <a:spcAft>
                  <a:spcPts val="0"/>
                </a:spcAft>
                <a:buNone/>
              </a:pPr>
              <a:r>
                <a:t/>
              </a:r>
              <a:endParaRPr/>
            </a:p>
          </p:txBody>
        </p:sp>
        <p:sp>
          <p:nvSpPr>
            <p:cNvPr id="3451" name="Google Shape;3451;p41"/>
            <p:cNvSpPr/>
            <p:nvPr/>
          </p:nvSpPr>
          <p:spPr>
            <a:xfrm>
              <a:off x="3613400" y="3727167"/>
              <a:ext cx="299831" cy="261661"/>
            </a:xfrm>
            <a:custGeom>
              <a:rect b="b" l="l" r="r" t="t"/>
              <a:pathLst>
                <a:path extrusionOk="0" h="8240" w="9442">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chemeClr val="dk1"/>
            </a:solidFill>
            <a:ln>
              <a:noFill/>
            </a:ln>
          </p:spPr>
          <p:txBody>
            <a:bodyPr anchorCtr="0" anchor="ctr" bIns="134750" lIns="134750" spcFirstLastPara="1" rIns="134750" wrap="square" tIns="134750">
              <a:noAutofit/>
            </a:bodyPr>
            <a:lstStyle/>
            <a:p>
              <a:pPr indent="0" lvl="0" marL="0" rtl="0" algn="l">
                <a:spcBef>
                  <a:spcPts val="0"/>
                </a:spcBef>
                <a:spcAft>
                  <a:spcPts val="0"/>
                </a:spcAft>
                <a:buNone/>
              </a:pPr>
              <a:r>
                <a:t/>
              </a:r>
              <a:endParaRPr/>
            </a:p>
          </p:txBody>
        </p:sp>
        <p:sp>
          <p:nvSpPr>
            <p:cNvPr id="3452" name="Google Shape;3452;p41"/>
            <p:cNvSpPr/>
            <p:nvPr/>
          </p:nvSpPr>
          <p:spPr>
            <a:xfrm>
              <a:off x="3735879" y="3910171"/>
              <a:ext cx="54873" cy="54841"/>
            </a:xfrm>
            <a:custGeom>
              <a:rect b="b" l="l" r="r" t="t"/>
              <a:pathLst>
                <a:path extrusionOk="0" h="1727" w="1728">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chemeClr val="dk1"/>
            </a:solidFill>
            <a:ln>
              <a:noFill/>
            </a:ln>
          </p:spPr>
          <p:txBody>
            <a:bodyPr anchorCtr="0" anchor="ctr" bIns="134750" lIns="134750" spcFirstLastPara="1" rIns="134750" wrap="square" tIns="134750">
              <a:noAutofit/>
            </a:bodyPr>
            <a:lstStyle/>
            <a:p>
              <a:pPr indent="0" lvl="0" marL="0" rtl="0" algn="l">
                <a:spcBef>
                  <a:spcPts val="0"/>
                </a:spcBef>
                <a:spcAft>
                  <a:spcPts val="0"/>
                </a:spcAft>
                <a:buNone/>
              </a:pPr>
              <a:r>
                <a:t/>
              </a:r>
              <a:endParaRPr/>
            </a:p>
          </p:txBody>
        </p:sp>
        <p:sp>
          <p:nvSpPr>
            <p:cNvPr id="3453" name="Google Shape;3453;p41"/>
            <p:cNvSpPr/>
            <p:nvPr/>
          </p:nvSpPr>
          <p:spPr>
            <a:xfrm>
              <a:off x="3738896" y="3788422"/>
              <a:ext cx="49188" cy="114604"/>
            </a:xfrm>
            <a:custGeom>
              <a:rect b="b" l="l" r="r" t="t"/>
              <a:pathLst>
                <a:path extrusionOk="0" h="3609" w="1549">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chemeClr val="dk1"/>
            </a:solidFill>
            <a:ln>
              <a:noFill/>
            </a:ln>
          </p:spPr>
          <p:txBody>
            <a:bodyPr anchorCtr="0" anchor="ctr" bIns="134750" lIns="134750" spcFirstLastPara="1" rIns="134750" wrap="square" tIns="134750">
              <a:noAutofit/>
            </a:bodyPr>
            <a:lstStyle/>
            <a:p>
              <a:pPr indent="0" lvl="0" marL="0" rtl="0" algn="l">
                <a:spcBef>
                  <a:spcPts val="0"/>
                </a:spcBef>
                <a:spcAft>
                  <a:spcPts val="0"/>
                </a:spcAft>
                <a:buNone/>
              </a:pPr>
              <a:r>
                <a:t/>
              </a:r>
              <a:endParaRPr/>
            </a:p>
          </p:txBody>
        </p:sp>
      </p:grpSp>
      <p:sp>
        <p:nvSpPr>
          <p:cNvPr id="3454" name="Google Shape;3454;p41"/>
          <p:cNvSpPr txBox="1"/>
          <p:nvPr/>
        </p:nvSpPr>
        <p:spPr>
          <a:xfrm>
            <a:off x="1576875" y="396085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[1],[2]</a:t>
            </a:r>
            <a:endParaRPr>
              <a:solidFill>
                <a:schemeClr val="dk1"/>
              </a:solidFill>
              <a:latin typeface="Advent Pro"/>
              <a:ea typeface="Advent Pro"/>
              <a:cs typeface="Advent Pro"/>
              <a:sym typeface="Advent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8" name="Shape 3458"/>
        <p:cNvGrpSpPr/>
        <p:nvPr/>
      </p:nvGrpSpPr>
      <p:grpSpPr>
        <a:xfrm>
          <a:off x="0" y="0"/>
          <a:ext cx="0" cy="0"/>
          <a:chOff x="0" y="0"/>
          <a:chExt cx="0" cy="0"/>
        </a:xfrm>
      </p:grpSpPr>
      <p:sp>
        <p:nvSpPr>
          <p:cNvPr id="3459" name="Google Shape;3459;p42"/>
          <p:cNvSpPr/>
          <p:nvPr/>
        </p:nvSpPr>
        <p:spPr>
          <a:xfrm>
            <a:off x="2618163" y="1623120"/>
            <a:ext cx="1469400" cy="1469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42"/>
          <p:cNvSpPr/>
          <p:nvPr/>
        </p:nvSpPr>
        <p:spPr>
          <a:xfrm>
            <a:off x="5005300" y="1623120"/>
            <a:ext cx="1469400" cy="1469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42"/>
          <p:cNvSpPr txBox="1"/>
          <p:nvPr>
            <p:ph idx="1" type="subTitle"/>
          </p:nvPr>
        </p:nvSpPr>
        <p:spPr>
          <a:xfrm>
            <a:off x="2290713" y="3300688"/>
            <a:ext cx="2124300" cy="76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Educational</a:t>
            </a:r>
            <a:endParaRPr/>
          </a:p>
          <a:p>
            <a:pPr indent="0" lvl="0" marL="0" rtl="0" algn="ctr">
              <a:spcBef>
                <a:spcPts val="0"/>
              </a:spcBef>
              <a:spcAft>
                <a:spcPts val="0"/>
              </a:spcAft>
              <a:buNone/>
            </a:pPr>
            <a:r>
              <a:rPr lang="en"/>
              <a:t>Institutions</a:t>
            </a:r>
            <a:endParaRPr/>
          </a:p>
        </p:txBody>
      </p:sp>
      <p:sp>
        <p:nvSpPr>
          <p:cNvPr id="3462" name="Google Shape;3462;p42"/>
          <p:cNvSpPr txBox="1"/>
          <p:nvPr>
            <p:ph idx="3" type="subTitle"/>
          </p:nvPr>
        </p:nvSpPr>
        <p:spPr>
          <a:xfrm>
            <a:off x="4677850" y="3301588"/>
            <a:ext cx="2124300" cy="76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General Public /</a:t>
            </a:r>
            <a:endParaRPr/>
          </a:p>
          <a:p>
            <a:pPr indent="0" lvl="0" marL="0" rtl="0" algn="ctr">
              <a:spcBef>
                <a:spcPts val="0"/>
              </a:spcBef>
              <a:spcAft>
                <a:spcPts val="0"/>
              </a:spcAft>
              <a:buNone/>
            </a:pPr>
            <a:r>
              <a:rPr lang="en"/>
              <a:t>Individual Learners</a:t>
            </a:r>
            <a:endParaRPr/>
          </a:p>
        </p:txBody>
      </p:sp>
      <p:grpSp>
        <p:nvGrpSpPr>
          <p:cNvPr id="3463" name="Google Shape;3463;p42"/>
          <p:cNvGrpSpPr/>
          <p:nvPr/>
        </p:nvGrpSpPr>
        <p:grpSpPr>
          <a:xfrm rot="-5400000">
            <a:off x="11039953" y="968610"/>
            <a:ext cx="2227589" cy="726958"/>
            <a:chOff x="6972150" y="711750"/>
            <a:chExt cx="1039375" cy="339193"/>
          </a:xfrm>
        </p:grpSpPr>
        <p:sp>
          <p:nvSpPr>
            <p:cNvPr id="3464" name="Google Shape;3464;p42"/>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42"/>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42"/>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42"/>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42"/>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42"/>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42"/>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42"/>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42"/>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42"/>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42"/>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42"/>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42"/>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42"/>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42"/>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42"/>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42"/>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42"/>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42"/>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42"/>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42"/>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42"/>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42"/>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42"/>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42"/>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42"/>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42"/>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42"/>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42"/>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42"/>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42"/>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42"/>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496" name="Google Shape;3496;p42"/>
          <p:cNvPicPr preferRelativeResize="0"/>
          <p:nvPr/>
        </p:nvPicPr>
        <p:blipFill>
          <a:blip r:embed="rId3">
            <a:alphaModFix/>
          </a:blip>
          <a:stretch>
            <a:fillRect/>
          </a:stretch>
        </p:blipFill>
        <p:spPr>
          <a:xfrm>
            <a:off x="5426750" y="1944812"/>
            <a:ext cx="626475" cy="826324"/>
          </a:xfrm>
          <a:prstGeom prst="rect">
            <a:avLst/>
          </a:prstGeom>
          <a:noFill/>
          <a:ln>
            <a:noFill/>
          </a:ln>
        </p:spPr>
      </p:pic>
      <p:pic>
        <p:nvPicPr>
          <p:cNvPr id="3497" name="Google Shape;3497;p42"/>
          <p:cNvPicPr preferRelativeResize="0"/>
          <p:nvPr/>
        </p:nvPicPr>
        <p:blipFill>
          <a:blip r:embed="rId4">
            <a:alphaModFix/>
          </a:blip>
          <a:stretch>
            <a:fillRect/>
          </a:stretch>
        </p:blipFill>
        <p:spPr>
          <a:xfrm>
            <a:off x="3006751" y="1920125"/>
            <a:ext cx="692247" cy="875699"/>
          </a:xfrm>
          <a:prstGeom prst="rect">
            <a:avLst/>
          </a:prstGeom>
          <a:noFill/>
          <a:ln>
            <a:noFill/>
          </a:ln>
        </p:spPr>
      </p:pic>
      <p:grpSp>
        <p:nvGrpSpPr>
          <p:cNvPr id="3498" name="Google Shape;3498;p42"/>
          <p:cNvGrpSpPr/>
          <p:nvPr/>
        </p:nvGrpSpPr>
        <p:grpSpPr>
          <a:xfrm rot="5400000">
            <a:off x="3289871" y="3945324"/>
            <a:ext cx="126020" cy="526355"/>
            <a:chOff x="5519300" y="839732"/>
            <a:chExt cx="58800" cy="245593"/>
          </a:xfrm>
        </p:grpSpPr>
        <p:sp>
          <p:nvSpPr>
            <p:cNvPr id="3499" name="Google Shape;3499;p42"/>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42"/>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42"/>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2" name="Google Shape;3502;p42"/>
          <p:cNvGrpSpPr/>
          <p:nvPr/>
        </p:nvGrpSpPr>
        <p:grpSpPr>
          <a:xfrm rot="5400000">
            <a:off x="5676996" y="3945324"/>
            <a:ext cx="126020" cy="526355"/>
            <a:chOff x="5519300" y="839732"/>
            <a:chExt cx="58800" cy="245593"/>
          </a:xfrm>
        </p:grpSpPr>
        <p:sp>
          <p:nvSpPr>
            <p:cNvPr id="3503" name="Google Shape;3503;p42"/>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42"/>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42"/>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6" name="Google Shape;3506;p42"/>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Target Audience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0" name="Shape 3510"/>
        <p:cNvGrpSpPr/>
        <p:nvPr/>
      </p:nvGrpSpPr>
      <p:grpSpPr>
        <a:xfrm>
          <a:off x="0" y="0"/>
          <a:ext cx="0" cy="0"/>
          <a:chOff x="0" y="0"/>
          <a:chExt cx="0" cy="0"/>
        </a:xfrm>
      </p:grpSpPr>
      <p:grpSp>
        <p:nvGrpSpPr>
          <p:cNvPr id="3511" name="Google Shape;3511;p43"/>
          <p:cNvGrpSpPr/>
          <p:nvPr/>
        </p:nvGrpSpPr>
        <p:grpSpPr>
          <a:xfrm>
            <a:off x="2020591" y="3899251"/>
            <a:ext cx="508123" cy="126020"/>
            <a:chOff x="5786736" y="1680311"/>
            <a:chExt cx="237086" cy="58800"/>
          </a:xfrm>
        </p:grpSpPr>
        <p:sp>
          <p:nvSpPr>
            <p:cNvPr id="3512" name="Google Shape;3512;p43"/>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43"/>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43"/>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5" name="Google Shape;3515;p43"/>
          <p:cNvSpPr txBox="1"/>
          <p:nvPr/>
        </p:nvSpPr>
        <p:spPr>
          <a:xfrm>
            <a:off x="3276350" y="246600"/>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dk1"/>
                </a:solidFill>
                <a:latin typeface="Alumni Sans Pinstripe"/>
                <a:ea typeface="Alumni Sans Pinstripe"/>
                <a:cs typeface="Alumni Sans Pinstripe"/>
                <a:sym typeface="Alumni Sans Pinstripe"/>
              </a:rPr>
              <a:t>Literature Review</a:t>
            </a:r>
            <a:endParaRPr b="1" sz="3600">
              <a:solidFill>
                <a:schemeClr val="dk1"/>
              </a:solidFill>
              <a:latin typeface="Alumni Sans Pinstripe"/>
              <a:ea typeface="Alumni Sans Pinstripe"/>
              <a:cs typeface="Alumni Sans Pinstripe"/>
              <a:sym typeface="Alumni Sans Pinstripe"/>
            </a:endParaRPr>
          </a:p>
          <a:p>
            <a:pPr indent="0" lvl="0" marL="0" rtl="0" algn="l">
              <a:spcBef>
                <a:spcPts val="0"/>
              </a:spcBef>
              <a:spcAft>
                <a:spcPts val="0"/>
              </a:spcAft>
              <a:buNone/>
            </a:pPr>
            <a:r>
              <a:t/>
            </a:r>
            <a:endParaRPr/>
          </a:p>
        </p:txBody>
      </p:sp>
      <p:sp>
        <p:nvSpPr>
          <p:cNvPr id="3516" name="Google Shape;3516;p43"/>
          <p:cNvSpPr txBox="1"/>
          <p:nvPr/>
        </p:nvSpPr>
        <p:spPr>
          <a:xfrm>
            <a:off x="3276350" y="774900"/>
            <a:ext cx="3000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chemeClr val="dk1"/>
                </a:solidFill>
                <a:latin typeface="Alumni Sans Pinstripe"/>
                <a:ea typeface="Alumni Sans Pinstripe"/>
                <a:cs typeface="Alumni Sans Pinstripe"/>
                <a:sym typeface="Alumni Sans Pinstripe"/>
              </a:rPr>
              <a:t>Internet Penetration </a:t>
            </a:r>
            <a:endParaRPr b="1" sz="2300">
              <a:solidFill>
                <a:schemeClr val="dk1"/>
              </a:solidFill>
              <a:latin typeface="Alumni Sans Pinstripe"/>
              <a:ea typeface="Alumni Sans Pinstripe"/>
              <a:cs typeface="Alumni Sans Pinstripe"/>
              <a:sym typeface="Alumni Sans Pinstripe"/>
            </a:endParaRPr>
          </a:p>
          <a:p>
            <a:pPr indent="0" lvl="0" marL="0" rtl="0" algn="l">
              <a:spcBef>
                <a:spcPts val="0"/>
              </a:spcBef>
              <a:spcAft>
                <a:spcPts val="0"/>
              </a:spcAft>
              <a:buNone/>
            </a:pPr>
            <a:r>
              <a:t/>
            </a:r>
            <a:endParaRPr sz="2300"/>
          </a:p>
        </p:txBody>
      </p:sp>
      <p:pic>
        <p:nvPicPr>
          <p:cNvPr id="3517" name="Google Shape;3517;p43" title="Chart"/>
          <p:cNvPicPr preferRelativeResize="0"/>
          <p:nvPr/>
        </p:nvPicPr>
        <p:blipFill>
          <a:blip r:embed="rId3">
            <a:alphaModFix/>
          </a:blip>
          <a:stretch>
            <a:fillRect/>
          </a:stretch>
        </p:blipFill>
        <p:spPr>
          <a:xfrm>
            <a:off x="1879700" y="1561575"/>
            <a:ext cx="5793300" cy="3411550"/>
          </a:xfrm>
          <a:prstGeom prst="rect">
            <a:avLst/>
          </a:prstGeom>
          <a:noFill/>
          <a:ln>
            <a:noFill/>
          </a:ln>
        </p:spPr>
      </p:pic>
      <p:sp>
        <p:nvSpPr>
          <p:cNvPr id="3518" name="Google Shape;3518;p43"/>
          <p:cNvSpPr txBox="1"/>
          <p:nvPr/>
        </p:nvSpPr>
        <p:spPr>
          <a:xfrm>
            <a:off x="4229150" y="12009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[4]</a:t>
            </a:r>
            <a:endParaRPr>
              <a:solidFill>
                <a:schemeClr val="dk1"/>
              </a:solidFill>
              <a:latin typeface="Advent Pro"/>
              <a:ea typeface="Advent Pro"/>
              <a:cs typeface="Advent Pro"/>
              <a:sym typeface="Advent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2" name="Shape 3522"/>
        <p:cNvGrpSpPr/>
        <p:nvPr/>
      </p:nvGrpSpPr>
      <p:grpSpPr>
        <a:xfrm>
          <a:off x="0" y="0"/>
          <a:ext cx="0" cy="0"/>
          <a:chOff x="0" y="0"/>
          <a:chExt cx="0" cy="0"/>
        </a:xfrm>
      </p:grpSpPr>
      <p:grpSp>
        <p:nvGrpSpPr>
          <p:cNvPr id="3523" name="Google Shape;3523;p44"/>
          <p:cNvGrpSpPr/>
          <p:nvPr/>
        </p:nvGrpSpPr>
        <p:grpSpPr>
          <a:xfrm>
            <a:off x="2020591" y="3899251"/>
            <a:ext cx="508123" cy="126020"/>
            <a:chOff x="5786736" y="1680311"/>
            <a:chExt cx="237086" cy="58800"/>
          </a:xfrm>
        </p:grpSpPr>
        <p:sp>
          <p:nvSpPr>
            <p:cNvPr id="3524" name="Google Shape;3524;p44"/>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44"/>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44"/>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7" name="Google Shape;3527;p44"/>
          <p:cNvSpPr txBox="1"/>
          <p:nvPr/>
        </p:nvSpPr>
        <p:spPr>
          <a:xfrm>
            <a:off x="3276350" y="258375"/>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dk1"/>
                </a:solidFill>
                <a:latin typeface="Alumni Sans Pinstripe"/>
                <a:ea typeface="Alumni Sans Pinstripe"/>
                <a:cs typeface="Alumni Sans Pinstripe"/>
                <a:sym typeface="Alumni Sans Pinstripe"/>
              </a:rPr>
              <a:t>Literature Review</a:t>
            </a:r>
            <a:endParaRPr b="1" sz="3600">
              <a:solidFill>
                <a:schemeClr val="dk1"/>
              </a:solidFill>
              <a:latin typeface="Alumni Sans Pinstripe"/>
              <a:ea typeface="Alumni Sans Pinstripe"/>
              <a:cs typeface="Alumni Sans Pinstripe"/>
              <a:sym typeface="Alumni Sans Pinstripe"/>
            </a:endParaRPr>
          </a:p>
          <a:p>
            <a:pPr indent="0" lvl="0" marL="0" rtl="0" algn="l">
              <a:spcBef>
                <a:spcPts val="0"/>
              </a:spcBef>
              <a:spcAft>
                <a:spcPts val="0"/>
              </a:spcAft>
              <a:buNone/>
            </a:pPr>
            <a:r>
              <a:t/>
            </a:r>
            <a:endParaRPr/>
          </a:p>
        </p:txBody>
      </p:sp>
      <p:sp>
        <p:nvSpPr>
          <p:cNvPr id="3528" name="Google Shape;3528;p44"/>
          <p:cNvSpPr txBox="1"/>
          <p:nvPr/>
        </p:nvSpPr>
        <p:spPr>
          <a:xfrm>
            <a:off x="3276350" y="778800"/>
            <a:ext cx="3000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chemeClr val="dk1"/>
                </a:solidFill>
                <a:latin typeface="Alumni Sans Pinstripe"/>
                <a:ea typeface="Alumni Sans Pinstripe"/>
                <a:cs typeface="Alumni Sans Pinstripe"/>
                <a:sym typeface="Alumni Sans Pinstripe"/>
              </a:rPr>
              <a:t>Cybercrime Complaints</a:t>
            </a:r>
            <a:endParaRPr sz="2300"/>
          </a:p>
        </p:txBody>
      </p:sp>
      <p:pic>
        <p:nvPicPr>
          <p:cNvPr id="3529" name="Google Shape;3529;p44" title="Chart"/>
          <p:cNvPicPr preferRelativeResize="0"/>
          <p:nvPr/>
        </p:nvPicPr>
        <p:blipFill>
          <a:blip r:embed="rId3">
            <a:alphaModFix/>
          </a:blip>
          <a:stretch>
            <a:fillRect/>
          </a:stretch>
        </p:blipFill>
        <p:spPr>
          <a:xfrm>
            <a:off x="1920950" y="1553650"/>
            <a:ext cx="5519300" cy="3389499"/>
          </a:xfrm>
          <a:prstGeom prst="rect">
            <a:avLst/>
          </a:prstGeom>
          <a:noFill/>
          <a:ln>
            <a:noFill/>
          </a:ln>
        </p:spPr>
      </p:pic>
      <p:sp>
        <p:nvSpPr>
          <p:cNvPr id="3530" name="Google Shape;3530;p44"/>
          <p:cNvSpPr txBox="1"/>
          <p:nvPr/>
        </p:nvSpPr>
        <p:spPr>
          <a:xfrm>
            <a:off x="4229150" y="12009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[4]</a:t>
            </a:r>
            <a:endParaRPr>
              <a:solidFill>
                <a:schemeClr val="dk1"/>
              </a:solidFill>
              <a:latin typeface="Advent Pro"/>
              <a:ea typeface="Advent Pro"/>
              <a:cs typeface="Advent Pro"/>
              <a:sym typeface="Advent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4" name="Shape 3534"/>
        <p:cNvGrpSpPr/>
        <p:nvPr/>
      </p:nvGrpSpPr>
      <p:grpSpPr>
        <a:xfrm>
          <a:off x="0" y="0"/>
          <a:ext cx="0" cy="0"/>
          <a:chOff x="0" y="0"/>
          <a:chExt cx="0" cy="0"/>
        </a:xfrm>
      </p:grpSpPr>
      <p:grpSp>
        <p:nvGrpSpPr>
          <p:cNvPr id="3535" name="Google Shape;3535;p45"/>
          <p:cNvGrpSpPr/>
          <p:nvPr/>
        </p:nvGrpSpPr>
        <p:grpSpPr>
          <a:xfrm>
            <a:off x="2020591" y="3899251"/>
            <a:ext cx="508123" cy="126020"/>
            <a:chOff x="5786736" y="1680311"/>
            <a:chExt cx="237086" cy="58800"/>
          </a:xfrm>
        </p:grpSpPr>
        <p:sp>
          <p:nvSpPr>
            <p:cNvPr id="3536" name="Google Shape;3536;p45"/>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45"/>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45"/>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9" name="Google Shape;3539;p45"/>
          <p:cNvSpPr txBox="1"/>
          <p:nvPr/>
        </p:nvSpPr>
        <p:spPr>
          <a:xfrm>
            <a:off x="3276350" y="246600"/>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dk1"/>
                </a:solidFill>
                <a:latin typeface="Alumni Sans Pinstripe"/>
                <a:ea typeface="Alumni Sans Pinstripe"/>
                <a:cs typeface="Alumni Sans Pinstripe"/>
                <a:sym typeface="Alumni Sans Pinstripe"/>
              </a:rPr>
              <a:t>Literature Review</a:t>
            </a:r>
            <a:endParaRPr b="1" sz="3600">
              <a:solidFill>
                <a:schemeClr val="dk1"/>
              </a:solidFill>
              <a:latin typeface="Alumni Sans Pinstripe"/>
              <a:ea typeface="Alumni Sans Pinstripe"/>
              <a:cs typeface="Alumni Sans Pinstripe"/>
              <a:sym typeface="Alumni Sans Pinstripe"/>
            </a:endParaRPr>
          </a:p>
          <a:p>
            <a:pPr indent="0" lvl="0" marL="0" rtl="0" algn="l">
              <a:spcBef>
                <a:spcPts val="0"/>
              </a:spcBef>
              <a:spcAft>
                <a:spcPts val="0"/>
              </a:spcAft>
              <a:buNone/>
            </a:pPr>
            <a:r>
              <a:t/>
            </a:r>
            <a:endParaRPr/>
          </a:p>
        </p:txBody>
      </p:sp>
      <p:sp>
        <p:nvSpPr>
          <p:cNvPr id="3540" name="Google Shape;3540;p45"/>
          <p:cNvSpPr txBox="1"/>
          <p:nvPr/>
        </p:nvSpPr>
        <p:spPr>
          <a:xfrm>
            <a:off x="3276350" y="761225"/>
            <a:ext cx="3000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chemeClr val="dk1"/>
                </a:solidFill>
                <a:latin typeface="Alumni Sans Pinstripe"/>
                <a:ea typeface="Alumni Sans Pinstripe"/>
                <a:cs typeface="Alumni Sans Pinstripe"/>
                <a:sym typeface="Alumni Sans Pinstripe"/>
              </a:rPr>
              <a:t>Threat Impact</a:t>
            </a:r>
            <a:endParaRPr sz="2300"/>
          </a:p>
        </p:txBody>
      </p:sp>
      <p:pic>
        <p:nvPicPr>
          <p:cNvPr id="3541" name="Google Shape;3541;p45" title="Chart"/>
          <p:cNvPicPr preferRelativeResize="0"/>
          <p:nvPr/>
        </p:nvPicPr>
        <p:blipFill>
          <a:blip r:embed="rId3">
            <a:alphaModFix/>
          </a:blip>
          <a:stretch>
            <a:fillRect/>
          </a:stretch>
        </p:blipFill>
        <p:spPr>
          <a:xfrm>
            <a:off x="1954200" y="1540200"/>
            <a:ext cx="5480139" cy="3393725"/>
          </a:xfrm>
          <a:prstGeom prst="rect">
            <a:avLst/>
          </a:prstGeom>
          <a:noFill/>
          <a:ln>
            <a:noFill/>
          </a:ln>
        </p:spPr>
      </p:pic>
      <p:sp>
        <p:nvSpPr>
          <p:cNvPr id="3542" name="Google Shape;3542;p45"/>
          <p:cNvSpPr txBox="1"/>
          <p:nvPr/>
        </p:nvSpPr>
        <p:spPr>
          <a:xfrm>
            <a:off x="4229150" y="12009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[5]</a:t>
            </a:r>
            <a:endParaRPr>
              <a:solidFill>
                <a:schemeClr val="dk1"/>
              </a:solidFill>
              <a:latin typeface="Advent Pro"/>
              <a:ea typeface="Advent Pro"/>
              <a:cs typeface="Advent Pro"/>
              <a:sym typeface="Advent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6" name="Shape 3546"/>
        <p:cNvGrpSpPr/>
        <p:nvPr/>
      </p:nvGrpSpPr>
      <p:grpSpPr>
        <a:xfrm>
          <a:off x="0" y="0"/>
          <a:ext cx="0" cy="0"/>
          <a:chOff x="0" y="0"/>
          <a:chExt cx="0" cy="0"/>
        </a:xfrm>
      </p:grpSpPr>
      <p:sp>
        <p:nvSpPr>
          <p:cNvPr id="3547" name="Google Shape;3547;p46"/>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EXISTING SOLUTIONS</a:t>
            </a:r>
            <a:endParaRPr/>
          </a:p>
        </p:txBody>
      </p:sp>
      <p:graphicFrame>
        <p:nvGraphicFramePr>
          <p:cNvPr id="3548" name="Google Shape;3548;p46"/>
          <p:cNvGraphicFramePr/>
          <p:nvPr/>
        </p:nvGraphicFramePr>
        <p:xfrm>
          <a:off x="749000" y="1303025"/>
          <a:ext cx="3000000" cy="3000000"/>
        </p:xfrm>
        <a:graphic>
          <a:graphicData uri="http://schemas.openxmlformats.org/drawingml/2006/table">
            <a:tbl>
              <a:tblPr>
                <a:noFill/>
                <a:tableStyleId>{8067A17E-5E63-4AC0-9AA1-A45D8A763A73}</a:tableStyleId>
              </a:tblPr>
              <a:tblGrid>
                <a:gridCol w="1911500"/>
                <a:gridCol w="1911500"/>
                <a:gridCol w="1911500"/>
                <a:gridCol w="1911500"/>
              </a:tblGrid>
              <a:tr h="1026475">
                <a:tc>
                  <a:txBody>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CaniPhish</a:t>
                      </a:r>
                      <a:endParaRPr b="1" sz="2400">
                        <a:solidFill>
                          <a:schemeClr val="dk1"/>
                        </a:solidFill>
                        <a:latin typeface="Alumni Sans Pinstripe"/>
                        <a:ea typeface="Alumni Sans Pinstripe"/>
                        <a:cs typeface="Alumni Sans Pinstripe"/>
                        <a:sym typeface="Alumni Sans Pinstrip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TryHackM</a:t>
                      </a:r>
                      <a:r>
                        <a:rPr b="1" lang="en" sz="2400">
                          <a:solidFill>
                            <a:schemeClr val="dk1"/>
                          </a:solidFill>
                          <a:latin typeface="Alumni Sans Pinstripe"/>
                          <a:ea typeface="Alumni Sans Pinstripe"/>
                          <a:cs typeface="Alumni Sans Pinstripe"/>
                          <a:sym typeface="Alumni Sans Pinstripe"/>
                        </a:rPr>
                        <a:t>e</a:t>
                      </a:r>
                      <a:endParaRPr b="1" sz="2400">
                        <a:solidFill>
                          <a:schemeClr val="dk1"/>
                        </a:solidFill>
                        <a:latin typeface="Alumni Sans Pinstripe"/>
                        <a:ea typeface="Alumni Sans Pinstripe"/>
                        <a:cs typeface="Alumni Sans Pinstripe"/>
                        <a:sym typeface="Alumni Sans Pinstrip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GoPhish</a:t>
                      </a:r>
                      <a:endParaRPr b="1" sz="2400">
                        <a:solidFill>
                          <a:schemeClr val="dk1"/>
                        </a:solidFill>
                        <a:latin typeface="Alumni Sans Pinstripe"/>
                        <a:ea typeface="Alumni Sans Pinstripe"/>
                        <a:cs typeface="Alumni Sans Pinstripe"/>
                        <a:sym typeface="Alumni Sans Pinstrip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Guardey</a:t>
                      </a:r>
                      <a:endParaRPr b="1" sz="2400">
                        <a:solidFill>
                          <a:schemeClr val="dk1"/>
                        </a:solidFill>
                        <a:latin typeface="Alumni Sans Pinstripe"/>
                        <a:ea typeface="Alumni Sans Pinstripe"/>
                        <a:cs typeface="Alumni Sans Pinstripe"/>
                        <a:sym typeface="Alumni Sans Pinstrip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968250">
                <a:tc>
                  <a:txBody>
                    <a:bodyPr/>
                    <a:lstStyle/>
                    <a:p>
                      <a:pPr indent="0" lvl="0" marL="0" rtl="0" algn="ctr">
                        <a:spcBef>
                          <a:spcPts val="0"/>
                        </a:spcBef>
                        <a:spcAft>
                          <a:spcPts val="0"/>
                        </a:spcAft>
                        <a:buClr>
                          <a:srgbClr val="000000"/>
                        </a:buClr>
                        <a:buSzPts val="1100"/>
                        <a:buFont typeface="Arial"/>
                        <a:buNone/>
                      </a:pPr>
                      <a:r>
                        <a:t/>
                      </a:r>
                      <a:endParaRPr>
                        <a:solidFill>
                          <a:schemeClr val="dk1"/>
                        </a:solidFill>
                        <a:latin typeface="Advent Pro Medium"/>
                        <a:ea typeface="Advent Pro Medium"/>
                        <a:cs typeface="Advent Pro Medium"/>
                        <a:sym typeface="Advent Pro Medium"/>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solidFill>
                          <a:schemeClr val="dk1"/>
                        </a:solidFill>
                        <a:latin typeface="Advent Pro Medium"/>
                        <a:ea typeface="Advent Pro Medium"/>
                        <a:cs typeface="Advent Pro Medium"/>
                        <a:sym typeface="Advent Pro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solidFill>
                          <a:schemeClr val="dk1"/>
                        </a:solidFill>
                        <a:latin typeface="Advent Pro"/>
                        <a:ea typeface="Advent Pro"/>
                        <a:cs typeface="Advent Pro"/>
                        <a:sym typeface="Advent Pro"/>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solidFill>
                          <a:schemeClr val="dk1"/>
                        </a:solidFill>
                        <a:latin typeface="Advent Pro"/>
                        <a:ea typeface="Advent Pro"/>
                        <a:cs typeface="Advent Pro"/>
                        <a:sym typeface="Advent Pro"/>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358000">
                <a:tc>
                  <a:txBody>
                    <a:bodyPr/>
                    <a:lstStyle/>
                    <a:p>
                      <a:pPr indent="-311150" lvl="0" marL="457200" rtl="0" algn="l">
                        <a:spcBef>
                          <a:spcPts val="0"/>
                        </a:spcBef>
                        <a:spcAft>
                          <a:spcPts val="0"/>
                        </a:spcAft>
                        <a:buClr>
                          <a:schemeClr val="dk1"/>
                        </a:buClr>
                        <a:buSzPts val="1300"/>
                        <a:buFont typeface="Advent Pro Medium"/>
                        <a:buChar char="●"/>
                      </a:pPr>
                      <a:r>
                        <a:rPr lang="en" sz="1300">
                          <a:solidFill>
                            <a:schemeClr val="dk1"/>
                          </a:solidFill>
                          <a:latin typeface="Advent Pro Medium"/>
                          <a:ea typeface="Advent Pro Medium"/>
                          <a:cs typeface="Advent Pro Medium"/>
                          <a:sym typeface="Advent Pro Medium"/>
                        </a:rPr>
                        <a:t>No Whatsapp phishing simulations</a:t>
                      </a:r>
                      <a:endParaRPr sz="1300">
                        <a:solidFill>
                          <a:schemeClr val="dk1"/>
                        </a:solidFill>
                        <a:latin typeface="Advent Pro Medium"/>
                        <a:ea typeface="Advent Pro Medium"/>
                        <a:cs typeface="Advent Pro Medium"/>
                        <a:sym typeface="Advent Pro Medium"/>
                      </a:endParaRPr>
                    </a:p>
                    <a:p>
                      <a:pPr indent="-311150" lvl="0" marL="457200" rtl="0" algn="l">
                        <a:spcBef>
                          <a:spcPts val="0"/>
                        </a:spcBef>
                        <a:spcAft>
                          <a:spcPts val="0"/>
                        </a:spcAft>
                        <a:buClr>
                          <a:schemeClr val="dk1"/>
                        </a:buClr>
                        <a:buSzPts val="1300"/>
                        <a:buFont typeface="Advent Pro Medium"/>
                        <a:buChar char="●"/>
                      </a:pPr>
                      <a:r>
                        <a:rPr lang="en" sz="1300">
                          <a:solidFill>
                            <a:schemeClr val="dk1"/>
                          </a:solidFill>
                          <a:latin typeface="Advent Pro Medium"/>
                          <a:ea typeface="Advent Pro Medium"/>
                          <a:cs typeface="Advent Pro Medium"/>
                          <a:sym typeface="Advent Pro Medium"/>
                        </a:rPr>
                        <a:t>Limited multilingual support (no Urdu)</a:t>
                      </a:r>
                      <a:endParaRPr sz="1300">
                        <a:solidFill>
                          <a:schemeClr val="dk1"/>
                        </a:solidFill>
                        <a:latin typeface="Advent Pro Medium"/>
                        <a:ea typeface="Advent Pro Medium"/>
                        <a:cs typeface="Advent Pro Medium"/>
                        <a:sym typeface="Advent Pro Medium"/>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12121"/>
                    </a:solidFill>
                  </a:tcPr>
                </a:tc>
                <a:tc>
                  <a:txBody>
                    <a:bodyPr/>
                    <a:lstStyle/>
                    <a:p>
                      <a:pPr indent="-311150" lvl="0" marL="457200" rtl="0" algn="l">
                        <a:spcBef>
                          <a:spcPts val="0"/>
                        </a:spcBef>
                        <a:spcAft>
                          <a:spcPts val="0"/>
                        </a:spcAft>
                        <a:buClr>
                          <a:schemeClr val="dk1"/>
                        </a:buClr>
                        <a:buSzPts val="1300"/>
                        <a:buFont typeface="Advent Pro Medium"/>
                        <a:buChar char="●"/>
                      </a:pPr>
                      <a:r>
                        <a:rPr lang="en" sz="1300">
                          <a:solidFill>
                            <a:schemeClr val="dk1"/>
                          </a:solidFill>
                          <a:latin typeface="Advent Pro Medium"/>
                          <a:ea typeface="Advent Pro Medium"/>
                          <a:cs typeface="Advent Pro Medium"/>
                          <a:sym typeface="Advent Pro Medium"/>
                        </a:rPr>
                        <a:t>No phishing simulation campaigns</a:t>
                      </a:r>
                      <a:endParaRPr sz="1300">
                        <a:solidFill>
                          <a:schemeClr val="dk1"/>
                        </a:solidFill>
                        <a:latin typeface="Advent Pro Medium"/>
                        <a:ea typeface="Advent Pro Medium"/>
                        <a:cs typeface="Advent Pro Medium"/>
                        <a:sym typeface="Advent Pro Medium"/>
                      </a:endParaRPr>
                    </a:p>
                    <a:p>
                      <a:pPr indent="-311150" lvl="0" marL="457200" rtl="0" algn="l">
                        <a:spcBef>
                          <a:spcPts val="0"/>
                        </a:spcBef>
                        <a:spcAft>
                          <a:spcPts val="0"/>
                        </a:spcAft>
                        <a:buClr>
                          <a:schemeClr val="dk1"/>
                        </a:buClr>
                        <a:buSzPts val="1300"/>
                        <a:buFont typeface="Advent Pro Medium"/>
                        <a:buChar char="●"/>
                      </a:pPr>
                      <a:r>
                        <a:rPr lang="en" sz="1300">
                          <a:solidFill>
                            <a:schemeClr val="dk1"/>
                          </a:solidFill>
                          <a:latin typeface="Advent Pro Medium"/>
                          <a:ea typeface="Advent Pro Medium"/>
                          <a:cs typeface="Advent Pro Medium"/>
                          <a:sym typeface="Advent Pro Medium"/>
                        </a:rPr>
                        <a:t>No Risk </a:t>
                      </a:r>
                      <a:r>
                        <a:rPr lang="en" sz="1300">
                          <a:solidFill>
                            <a:schemeClr val="dk1"/>
                          </a:solidFill>
                          <a:latin typeface="Advent Pro Medium"/>
                          <a:ea typeface="Advent Pro Medium"/>
                          <a:cs typeface="Advent Pro Medium"/>
                          <a:sym typeface="Advent Pro Medium"/>
                        </a:rPr>
                        <a:t>Analytics</a:t>
                      </a:r>
                      <a:endParaRPr sz="1300">
                        <a:solidFill>
                          <a:schemeClr val="dk1"/>
                        </a:solidFill>
                        <a:latin typeface="Advent Pro Medium"/>
                        <a:ea typeface="Advent Pro Medium"/>
                        <a:cs typeface="Advent Pro Medium"/>
                        <a:sym typeface="Advent Pro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12121"/>
                    </a:solidFill>
                  </a:tcPr>
                </a:tc>
                <a:tc>
                  <a:txBody>
                    <a:bodyPr/>
                    <a:lstStyle/>
                    <a:p>
                      <a:pPr indent="-311150" lvl="0" marL="457200" rtl="0" algn="l">
                        <a:spcBef>
                          <a:spcPts val="0"/>
                        </a:spcBef>
                        <a:spcAft>
                          <a:spcPts val="0"/>
                        </a:spcAft>
                        <a:buClr>
                          <a:schemeClr val="dk1"/>
                        </a:buClr>
                        <a:buSzPts val="1300"/>
                        <a:buFont typeface="Advent Pro"/>
                        <a:buChar char="●"/>
                      </a:pPr>
                      <a:r>
                        <a:rPr lang="en" sz="1300">
                          <a:solidFill>
                            <a:schemeClr val="dk1"/>
                          </a:solidFill>
                          <a:latin typeface="Advent Pro"/>
                          <a:ea typeface="Advent Pro"/>
                          <a:cs typeface="Advent Pro"/>
                          <a:sym typeface="Advent Pro"/>
                        </a:rPr>
                        <a:t>No training/LMS features</a:t>
                      </a:r>
                      <a:endParaRPr sz="1300">
                        <a:solidFill>
                          <a:schemeClr val="dk1"/>
                        </a:solidFill>
                        <a:latin typeface="Advent Pro"/>
                        <a:ea typeface="Advent Pro"/>
                        <a:cs typeface="Advent Pro"/>
                        <a:sym typeface="Advent Pro"/>
                      </a:endParaRPr>
                    </a:p>
                    <a:p>
                      <a:pPr indent="-311150" lvl="0" marL="457200" rtl="0" algn="l">
                        <a:spcBef>
                          <a:spcPts val="0"/>
                        </a:spcBef>
                        <a:spcAft>
                          <a:spcPts val="0"/>
                        </a:spcAft>
                        <a:buClr>
                          <a:schemeClr val="dk1"/>
                        </a:buClr>
                        <a:buSzPts val="1300"/>
                        <a:buFont typeface="Advent Pro"/>
                        <a:buChar char="●"/>
                      </a:pPr>
                      <a:r>
                        <a:rPr lang="en" sz="1300">
                          <a:solidFill>
                            <a:schemeClr val="dk1"/>
                          </a:solidFill>
                          <a:latin typeface="Advent Pro"/>
                          <a:ea typeface="Advent Pro"/>
                          <a:cs typeface="Advent Pro"/>
                          <a:sym typeface="Advent Pro"/>
                        </a:rPr>
                        <a:t>No Risk Analytics</a:t>
                      </a:r>
                      <a:endParaRPr sz="1300">
                        <a:solidFill>
                          <a:schemeClr val="dk1"/>
                        </a:solidFill>
                        <a:latin typeface="Advent Pro"/>
                        <a:ea typeface="Advent Pro"/>
                        <a:cs typeface="Advent Pro"/>
                        <a:sym typeface="Advent Pro"/>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12121"/>
                    </a:solidFill>
                  </a:tcPr>
                </a:tc>
                <a:tc>
                  <a:txBody>
                    <a:bodyPr/>
                    <a:lstStyle/>
                    <a:p>
                      <a:pPr indent="-311150" lvl="0" marL="457200" rtl="0" algn="l">
                        <a:spcBef>
                          <a:spcPts val="0"/>
                        </a:spcBef>
                        <a:spcAft>
                          <a:spcPts val="0"/>
                        </a:spcAft>
                        <a:buClr>
                          <a:schemeClr val="dk1"/>
                        </a:buClr>
                        <a:buSzPts val="1300"/>
                        <a:buFont typeface="Advent Pro"/>
                        <a:buChar char="●"/>
                      </a:pPr>
                      <a:r>
                        <a:rPr lang="en" sz="1300">
                          <a:solidFill>
                            <a:schemeClr val="dk1"/>
                          </a:solidFill>
                          <a:latin typeface="Advent Pro"/>
                          <a:ea typeface="Advent Pro"/>
                          <a:cs typeface="Advent Pro"/>
                          <a:sym typeface="Advent Pro"/>
                        </a:rPr>
                        <a:t>No Pakistani context</a:t>
                      </a:r>
                      <a:endParaRPr sz="1300">
                        <a:solidFill>
                          <a:schemeClr val="dk1"/>
                        </a:solidFill>
                        <a:latin typeface="Advent Pro"/>
                        <a:ea typeface="Advent Pro"/>
                        <a:cs typeface="Advent Pro"/>
                        <a:sym typeface="Advent Pro"/>
                      </a:endParaRPr>
                    </a:p>
                    <a:p>
                      <a:pPr indent="-311150" lvl="0" marL="457200" rtl="0" algn="l">
                        <a:spcBef>
                          <a:spcPts val="0"/>
                        </a:spcBef>
                        <a:spcAft>
                          <a:spcPts val="0"/>
                        </a:spcAft>
                        <a:buClr>
                          <a:schemeClr val="dk1"/>
                        </a:buClr>
                        <a:buSzPts val="1300"/>
                        <a:buFont typeface="Advent Pro"/>
                        <a:buChar char="●"/>
                      </a:pPr>
                      <a:r>
                        <a:rPr lang="en" sz="1300">
                          <a:solidFill>
                            <a:schemeClr val="dk1"/>
                          </a:solidFill>
                          <a:latin typeface="Advent Pro"/>
                          <a:ea typeface="Advent Pro"/>
                          <a:cs typeface="Advent Pro"/>
                          <a:sym typeface="Advent Pro"/>
                        </a:rPr>
                        <a:t>Limited personalization based on performance</a:t>
                      </a:r>
                      <a:endParaRPr sz="1300">
                        <a:solidFill>
                          <a:schemeClr val="dk1"/>
                        </a:solidFill>
                        <a:latin typeface="Advent Pro"/>
                        <a:ea typeface="Advent Pro"/>
                        <a:cs typeface="Advent Pro"/>
                        <a:sym typeface="Advent Pro"/>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12121"/>
                    </a:solidFill>
                  </a:tcPr>
                </a:tc>
              </a:tr>
            </a:tbl>
          </a:graphicData>
        </a:graphic>
      </p:graphicFrame>
      <p:pic>
        <p:nvPicPr>
          <p:cNvPr id="3549" name="Google Shape;3549;p46"/>
          <p:cNvPicPr preferRelativeResize="0"/>
          <p:nvPr/>
        </p:nvPicPr>
        <p:blipFill>
          <a:blip r:embed="rId3">
            <a:alphaModFix/>
          </a:blip>
          <a:stretch>
            <a:fillRect/>
          </a:stretch>
        </p:blipFill>
        <p:spPr>
          <a:xfrm>
            <a:off x="901150" y="2550225"/>
            <a:ext cx="1590725" cy="530250"/>
          </a:xfrm>
          <a:prstGeom prst="rect">
            <a:avLst/>
          </a:prstGeom>
          <a:noFill/>
          <a:ln>
            <a:noFill/>
          </a:ln>
        </p:spPr>
      </p:pic>
      <p:pic>
        <p:nvPicPr>
          <p:cNvPr id="3550" name="Google Shape;3550;p46"/>
          <p:cNvPicPr preferRelativeResize="0"/>
          <p:nvPr/>
        </p:nvPicPr>
        <p:blipFill>
          <a:blip r:embed="rId4">
            <a:alphaModFix/>
          </a:blip>
          <a:stretch>
            <a:fillRect/>
          </a:stretch>
        </p:blipFill>
        <p:spPr>
          <a:xfrm>
            <a:off x="2978475" y="2407177"/>
            <a:ext cx="1323972" cy="740700"/>
          </a:xfrm>
          <a:prstGeom prst="rect">
            <a:avLst/>
          </a:prstGeom>
          <a:noFill/>
          <a:ln>
            <a:noFill/>
          </a:ln>
        </p:spPr>
      </p:pic>
      <p:pic>
        <p:nvPicPr>
          <p:cNvPr id="3551" name="Google Shape;3551;p46" title="guardey_logo-removebg-preview.png"/>
          <p:cNvPicPr preferRelativeResize="0"/>
          <p:nvPr/>
        </p:nvPicPr>
        <p:blipFill>
          <a:blip r:embed="rId5">
            <a:alphaModFix/>
          </a:blip>
          <a:stretch>
            <a:fillRect/>
          </a:stretch>
        </p:blipFill>
        <p:spPr>
          <a:xfrm>
            <a:off x="6638748" y="2158048"/>
            <a:ext cx="1650976" cy="1238950"/>
          </a:xfrm>
          <a:prstGeom prst="rect">
            <a:avLst/>
          </a:prstGeom>
          <a:noFill/>
          <a:ln>
            <a:noFill/>
          </a:ln>
        </p:spPr>
      </p:pic>
      <p:pic>
        <p:nvPicPr>
          <p:cNvPr id="3552" name="Google Shape;3552;p46" title="Gophish-An+Open-Source+Phishing+Toolkit-removebg-preview.png"/>
          <p:cNvPicPr preferRelativeResize="0"/>
          <p:nvPr/>
        </p:nvPicPr>
        <p:blipFill>
          <a:blip r:embed="rId6">
            <a:alphaModFix/>
          </a:blip>
          <a:stretch>
            <a:fillRect/>
          </a:stretch>
        </p:blipFill>
        <p:spPr>
          <a:xfrm>
            <a:off x="4683350" y="2292326"/>
            <a:ext cx="1723413" cy="970389"/>
          </a:xfrm>
          <a:prstGeom prst="rect">
            <a:avLst/>
          </a:prstGeom>
          <a:noFill/>
          <a:ln>
            <a:noFill/>
          </a:ln>
        </p:spPr>
      </p:pic>
      <p:sp>
        <p:nvSpPr>
          <p:cNvPr id="3553" name="Google Shape;3553;p46"/>
          <p:cNvSpPr txBox="1"/>
          <p:nvPr/>
        </p:nvSpPr>
        <p:spPr>
          <a:xfrm>
            <a:off x="1149313" y="19902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[6]</a:t>
            </a:r>
            <a:endParaRPr>
              <a:solidFill>
                <a:schemeClr val="dk1"/>
              </a:solidFill>
              <a:latin typeface="Advent Pro"/>
              <a:ea typeface="Advent Pro"/>
              <a:cs typeface="Advent Pro"/>
              <a:sym typeface="Advent Pro"/>
            </a:endParaRPr>
          </a:p>
        </p:txBody>
      </p:sp>
      <p:sp>
        <p:nvSpPr>
          <p:cNvPr id="3554" name="Google Shape;3554;p46"/>
          <p:cNvSpPr txBox="1"/>
          <p:nvPr/>
        </p:nvSpPr>
        <p:spPr>
          <a:xfrm>
            <a:off x="3073600" y="19902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[7]</a:t>
            </a:r>
            <a:endParaRPr>
              <a:solidFill>
                <a:schemeClr val="dk1"/>
              </a:solidFill>
              <a:latin typeface="Advent Pro"/>
              <a:ea typeface="Advent Pro"/>
              <a:cs typeface="Advent Pro"/>
              <a:sym typeface="Advent Pro"/>
            </a:endParaRPr>
          </a:p>
        </p:txBody>
      </p:sp>
      <p:sp>
        <p:nvSpPr>
          <p:cNvPr id="3555" name="Google Shape;3555;p46"/>
          <p:cNvSpPr txBox="1"/>
          <p:nvPr/>
        </p:nvSpPr>
        <p:spPr>
          <a:xfrm>
            <a:off x="4997863" y="1953025"/>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[8]</a:t>
            </a:r>
            <a:endParaRPr>
              <a:solidFill>
                <a:schemeClr val="dk1"/>
              </a:solidFill>
              <a:latin typeface="Advent Pro"/>
              <a:ea typeface="Advent Pro"/>
              <a:cs typeface="Advent Pro"/>
              <a:sym typeface="Advent Pro"/>
            </a:endParaRPr>
          </a:p>
        </p:txBody>
      </p:sp>
      <p:sp>
        <p:nvSpPr>
          <p:cNvPr id="3556" name="Google Shape;3556;p46"/>
          <p:cNvSpPr txBox="1"/>
          <p:nvPr/>
        </p:nvSpPr>
        <p:spPr>
          <a:xfrm>
            <a:off x="6922125" y="1990200"/>
            <a:ext cx="10944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[9]</a:t>
            </a:r>
            <a:endParaRPr>
              <a:solidFill>
                <a:schemeClr val="dk1"/>
              </a:solidFill>
              <a:latin typeface="Advent Pro"/>
              <a:ea typeface="Advent Pro"/>
              <a:cs typeface="Advent Pro"/>
              <a:sym typeface="Advent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0" name="Shape 3560"/>
        <p:cNvGrpSpPr/>
        <p:nvPr/>
      </p:nvGrpSpPr>
      <p:grpSpPr>
        <a:xfrm>
          <a:off x="0" y="0"/>
          <a:ext cx="0" cy="0"/>
          <a:chOff x="0" y="0"/>
          <a:chExt cx="0" cy="0"/>
        </a:xfrm>
      </p:grpSpPr>
      <p:sp>
        <p:nvSpPr>
          <p:cNvPr id="3561" name="Google Shape;3561;p47"/>
          <p:cNvSpPr/>
          <p:nvPr/>
        </p:nvSpPr>
        <p:spPr>
          <a:xfrm>
            <a:off x="884085" y="1537410"/>
            <a:ext cx="1479600" cy="1480200"/>
          </a:xfrm>
          <a:prstGeom prst="ellipse">
            <a:avLst/>
          </a:prstGeom>
          <a:noFill/>
          <a:ln cap="flat" cmpd="sng" w="9600">
            <a:solidFill>
              <a:schemeClr val="dk1"/>
            </a:solidFill>
            <a:prstDash val="solid"/>
            <a:round/>
            <a:headEnd len="sm" w="sm" type="none"/>
            <a:tailEnd len="sm" w="sm" type="none"/>
          </a:ln>
        </p:spPr>
        <p:txBody>
          <a:bodyPr anchorCtr="0" anchor="ctr" bIns="92075" lIns="92075" spcFirstLastPara="1" rIns="92075" wrap="square" tIns="92075">
            <a:noAutofit/>
          </a:bodyPr>
          <a:lstStyle/>
          <a:p>
            <a:pPr indent="0" lvl="0" marL="0" rtl="0" algn="l">
              <a:spcBef>
                <a:spcPts val="0"/>
              </a:spcBef>
              <a:spcAft>
                <a:spcPts val="0"/>
              </a:spcAft>
              <a:buNone/>
            </a:pPr>
            <a:r>
              <a:t/>
            </a:r>
            <a:endParaRPr/>
          </a:p>
        </p:txBody>
      </p:sp>
      <p:sp>
        <p:nvSpPr>
          <p:cNvPr id="3562" name="Google Shape;3562;p47"/>
          <p:cNvSpPr/>
          <p:nvPr/>
        </p:nvSpPr>
        <p:spPr>
          <a:xfrm>
            <a:off x="2731888" y="1487925"/>
            <a:ext cx="1501500" cy="1501800"/>
          </a:xfrm>
          <a:prstGeom prst="ellipse">
            <a:avLst/>
          </a:prstGeom>
          <a:noFill/>
          <a:ln cap="flat" cmpd="sng" w="9725">
            <a:solidFill>
              <a:schemeClr val="dk1"/>
            </a:solidFill>
            <a:prstDash val="solid"/>
            <a:round/>
            <a:headEnd len="sm" w="sm" type="none"/>
            <a:tailEnd len="sm" w="sm" type="none"/>
          </a:ln>
        </p:spPr>
        <p:txBody>
          <a:bodyPr anchorCtr="0" anchor="ctr" bIns="93425" lIns="93425" spcFirstLastPara="1" rIns="93425" wrap="square" tIns="93425">
            <a:noAutofit/>
          </a:bodyPr>
          <a:lstStyle/>
          <a:p>
            <a:pPr indent="0" lvl="0" marL="0" rtl="0" algn="l">
              <a:spcBef>
                <a:spcPts val="0"/>
              </a:spcBef>
              <a:spcAft>
                <a:spcPts val="0"/>
              </a:spcAft>
              <a:buNone/>
            </a:pPr>
            <a:r>
              <a:t/>
            </a:r>
            <a:endParaRPr/>
          </a:p>
        </p:txBody>
      </p:sp>
      <p:sp>
        <p:nvSpPr>
          <p:cNvPr id="3563" name="Google Shape;3563;p47"/>
          <p:cNvSpPr txBox="1"/>
          <p:nvPr>
            <p:ph type="title"/>
          </p:nvPr>
        </p:nvSpPr>
        <p:spPr>
          <a:xfrm>
            <a:off x="805938" y="1977363"/>
            <a:ext cx="1635900" cy="6003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Enterprise-Centric Design</a:t>
            </a:r>
            <a:endParaRPr sz="2000"/>
          </a:p>
        </p:txBody>
      </p:sp>
      <p:sp>
        <p:nvSpPr>
          <p:cNvPr id="3564" name="Google Shape;3564;p47"/>
          <p:cNvSpPr txBox="1"/>
          <p:nvPr>
            <p:ph idx="2" type="title"/>
          </p:nvPr>
        </p:nvSpPr>
        <p:spPr>
          <a:xfrm>
            <a:off x="2731896" y="1783905"/>
            <a:ext cx="1455900" cy="6003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Language &amp; Localization Issues</a:t>
            </a:r>
            <a:endParaRPr sz="2000"/>
          </a:p>
        </p:txBody>
      </p:sp>
      <p:grpSp>
        <p:nvGrpSpPr>
          <p:cNvPr id="3565" name="Google Shape;3565;p47"/>
          <p:cNvGrpSpPr/>
          <p:nvPr/>
        </p:nvGrpSpPr>
        <p:grpSpPr>
          <a:xfrm rot="-5400000">
            <a:off x="11039953" y="968610"/>
            <a:ext cx="2227589" cy="726958"/>
            <a:chOff x="6972150" y="711750"/>
            <a:chExt cx="1039375" cy="339193"/>
          </a:xfrm>
        </p:grpSpPr>
        <p:sp>
          <p:nvSpPr>
            <p:cNvPr id="3566" name="Google Shape;3566;p47"/>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47"/>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47"/>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47"/>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47"/>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47"/>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47"/>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47"/>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47"/>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47"/>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47"/>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47"/>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47"/>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47"/>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47"/>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47"/>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47"/>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47"/>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47"/>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47"/>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47"/>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47"/>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47"/>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47"/>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47"/>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47"/>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47"/>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47"/>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47"/>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47"/>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47"/>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47"/>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98" name="Google Shape;3598;p47"/>
          <p:cNvPicPr preferRelativeResize="0"/>
          <p:nvPr/>
        </p:nvPicPr>
        <p:blipFill>
          <a:blip r:embed="rId3">
            <a:alphaModFix/>
          </a:blip>
          <a:stretch>
            <a:fillRect/>
          </a:stretch>
        </p:blipFill>
        <p:spPr>
          <a:xfrm>
            <a:off x="3980322" y="2222639"/>
            <a:ext cx="640240" cy="844486"/>
          </a:xfrm>
          <a:prstGeom prst="rect">
            <a:avLst/>
          </a:prstGeom>
          <a:noFill/>
          <a:ln>
            <a:noFill/>
          </a:ln>
        </p:spPr>
      </p:pic>
      <p:pic>
        <p:nvPicPr>
          <p:cNvPr id="3599" name="Google Shape;3599;p47"/>
          <p:cNvPicPr preferRelativeResize="0"/>
          <p:nvPr/>
        </p:nvPicPr>
        <p:blipFill>
          <a:blip r:embed="rId4">
            <a:alphaModFix/>
          </a:blip>
          <a:stretch>
            <a:fillRect/>
          </a:stretch>
        </p:blipFill>
        <p:spPr>
          <a:xfrm>
            <a:off x="1928985" y="1397787"/>
            <a:ext cx="697195" cy="881955"/>
          </a:xfrm>
          <a:prstGeom prst="rect">
            <a:avLst/>
          </a:prstGeom>
          <a:noFill/>
          <a:ln>
            <a:noFill/>
          </a:ln>
        </p:spPr>
      </p:pic>
      <p:sp>
        <p:nvSpPr>
          <p:cNvPr id="3600" name="Google Shape;3600;p47"/>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GAPS IN EXISTING SOLUTIONS</a:t>
            </a:r>
            <a:endParaRPr sz="3600"/>
          </a:p>
        </p:txBody>
      </p:sp>
      <p:sp>
        <p:nvSpPr>
          <p:cNvPr id="3601" name="Google Shape;3601;p47"/>
          <p:cNvSpPr/>
          <p:nvPr/>
        </p:nvSpPr>
        <p:spPr>
          <a:xfrm>
            <a:off x="4601585" y="1512660"/>
            <a:ext cx="1479600" cy="1480200"/>
          </a:xfrm>
          <a:prstGeom prst="ellipse">
            <a:avLst/>
          </a:prstGeom>
          <a:noFill/>
          <a:ln cap="flat" cmpd="sng" w="9600">
            <a:solidFill>
              <a:schemeClr val="dk1"/>
            </a:solidFill>
            <a:prstDash val="solid"/>
            <a:round/>
            <a:headEnd len="sm" w="sm" type="none"/>
            <a:tailEnd len="sm" w="sm" type="none"/>
          </a:ln>
        </p:spPr>
        <p:txBody>
          <a:bodyPr anchorCtr="0" anchor="ctr" bIns="92075" lIns="92075" spcFirstLastPara="1" rIns="92075" wrap="square" tIns="92075">
            <a:noAutofit/>
          </a:bodyPr>
          <a:lstStyle/>
          <a:p>
            <a:pPr indent="0" lvl="0" marL="0" rtl="0" algn="l">
              <a:spcBef>
                <a:spcPts val="0"/>
              </a:spcBef>
              <a:spcAft>
                <a:spcPts val="0"/>
              </a:spcAft>
              <a:buNone/>
            </a:pPr>
            <a:r>
              <a:t/>
            </a:r>
            <a:endParaRPr/>
          </a:p>
        </p:txBody>
      </p:sp>
      <p:sp>
        <p:nvSpPr>
          <p:cNvPr id="3602" name="Google Shape;3602;p47"/>
          <p:cNvSpPr/>
          <p:nvPr/>
        </p:nvSpPr>
        <p:spPr>
          <a:xfrm>
            <a:off x="6449388" y="1463175"/>
            <a:ext cx="1501500" cy="1501800"/>
          </a:xfrm>
          <a:prstGeom prst="ellipse">
            <a:avLst/>
          </a:prstGeom>
          <a:noFill/>
          <a:ln cap="flat" cmpd="sng" w="9725">
            <a:solidFill>
              <a:schemeClr val="dk1"/>
            </a:solidFill>
            <a:prstDash val="solid"/>
            <a:round/>
            <a:headEnd len="sm" w="sm" type="none"/>
            <a:tailEnd len="sm" w="sm" type="none"/>
          </a:ln>
        </p:spPr>
        <p:txBody>
          <a:bodyPr anchorCtr="0" anchor="ctr" bIns="93425" lIns="93425" spcFirstLastPara="1" rIns="93425" wrap="square" tIns="93425">
            <a:noAutofit/>
          </a:bodyPr>
          <a:lstStyle/>
          <a:p>
            <a:pPr indent="0" lvl="0" marL="0" rtl="0" algn="l">
              <a:spcBef>
                <a:spcPts val="0"/>
              </a:spcBef>
              <a:spcAft>
                <a:spcPts val="0"/>
              </a:spcAft>
              <a:buNone/>
            </a:pPr>
            <a:r>
              <a:t/>
            </a:r>
            <a:endParaRPr/>
          </a:p>
        </p:txBody>
      </p:sp>
      <p:sp>
        <p:nvSpPr>
          <p:cNvPr id="3603" name="Google Shape;3603;p47"/>
          <p:cNvSpPr txBox="1"/>
          <p:nvPr>
            <p:ph type="title"/>
          </p:nvPr>
        </p:nvSpPr>
        <p:spPr>
          <a:xfrm>
            <a:off x="4523438" y="1871338"/>
            <a:ext cx="1635900" cy="6003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Limited Attack Vector Coverage</a:t>
            </a:r>
            <a:endParaRPr sz="2000"/>
          </a:p>
        </p:txBody>
      </p:sp>
      <p:sp>
        <p:nvSpPr>
          <p:cNvPr id="3604" name="Google Shape;3604;p47"/>
          <p:cNvSpPr txBox="1"/>
          <p:nvPr>
            <p:ph idx="2" type="title"/>
          </p:nvPr>
        </p:nvSpPr>
        <p:spPr>
          <a:xfrm>
            <a:off x="6388100" y="1871346"/>
            <a:ext cx="1455900" cy="10755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Limited Assessment</a:t>
            </a:r>
            <a:endParaRPr sz="2000"/>
          </a:p>
        </p:txBody>
      </p:sp>
      <p:sp>
        <p:nvSpPr>
          <p:cNvPr id="3605" name="Google Shape;3605;p47"/>
          <p:cNvSpPr/>
          <p:nvPr/>
        </p:nvSpPr>
        <p:spPr>
          <a:xfrm>
            <a:off x="2742860" y="3206760"/>
            <a:ext cx="1479600" cy="1480200"/>
          </a:xfrm>
          <a:prstGeom prst="ellipse">
            <a:avLst/>
          </a:prstGeom>
          <a:noFill/>
          <a:ln cap="flat" cmpd="sng" w="9600">
            <a:solidFill>
              <a:schemeClr val="dk1"/>
            </a:solidFill>
            <a:prstDash val="solid"/>
            <a:round/>
            <a:headEnd len="sm" w="sm" type="none"/>
            <a:tailEnd len="sm" w="sm" type="none"/>
          </a:ln>
        </p:spPr>
        <p:txBody>
          <a:bodyPr anchorCtr="0" anchor="ctr" bIns="92075" lIns="92075" spcFirstLastPara="1" rIns="92075" wrap="square" tIns="92075">
            <a:noAutofit/>
          </a:bodyPr>
          <a:lstStyle/>
          <a:p>
            <a:pPr indent="0" lvl="0" marL="0" rtl="0" algn="l">
              <a:spcBef>
                <a:spcPts val="0"/>
              </a:spcBef>
              <a:spcAft>
                <a:spcPts val="0"/>
              </a:spcAft>
              <a:buNone/>
            </a:pPr>
            <a:r>
              <a:t/>
            </a:r>
            <a:endParaRPr/>
          </a:p>
        </p:txBody>
      </p:sp>
      <p:sp>
        <p:nvSpPr>
          <p:cNvPr id="3606" name="Google Shape;3606;p47"/>
          <p:cNvSpPr/>
          <p:nvPr/>
        </p:nvSpPr>
        <p:spPr>
          <a:xfrm>
            <a:off x="4590663" y="3157275"/>
            <a:ext cx="1501500" cy="1501800"/>
          </a:xfrm>
          <a:prstGeom prst="ellipse">
            <a:avLst/>
          </a:prstGeom>
          <a:noFill/>
          <a:ln cap="flat" cmpd="sng" w="9725">
            <a:solidFill>
              <a:schemeClr val="dk1"/>
            </a:solidFill>
            <a:prstDash val="solid"/>
            <a:round/>
            <a:headEnd len="sm" w="sm" type="none"/>
            <a:tailEnd len="sm" w="sm" type="none"/>
          </a:ln>
        </p:spPr>
        <p:txBody>
          <a:bodyPr anchorCtr="0" anchor="ctr" bIns="93425" lIns="93425" spcFirstLastPara="1" rIns="93425" wrap="square" tIns="93425">
            <a:noAutofit/>
          </a:bodyPr>
          <a:lstStyle/>
          <a:p>
            <a:pPr indent="0" lvl="0" marL="0" rtl="0" algn="l">
              <a:spcBef>
                <a:spcPts val="0"/>
              </a:spcBef>
              <a:spcAft>
                <a:spcPts val="0"/>
              </a:spcAft>
              <a:buNone/>
            </a:pPr>
            <a:r>
              <a:t/>
            </a:r>
            <a:endParaRPr/>
          </a:p>
        </p:txBody>
      </p:sp>
      <p:sp>
        <p:nvSpPr>
          <p:cNvPr id="3607" name="Google Shape;3607;p47"/>
          <p:cNvSpPr txBox="1"/>
          <p:nvPr>
            <p:ph type="title"/>
          </p:nvPr>
        </p:nvSpPr>
        <p:spPr>
          <a:xfrm>
            <a:off x="2664700" y="3743447"/>
            <a:ext cx="1635900" cy="4068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No AI Integration</a:t>
            </a:r>
            <a:endParaRPr sz="2000"/>
          </a:p>
          <a:p>
            <a:pPr indent="0" lvl="0" marL="0" rtl="0" algn="ctr">
              <a:spcBef>
                <a:spcPts val="0"/>
              </a:spcBef>
              <a:spcAft>
                <a:spcPts val="0"/>
              </a:spcAft>
              <a:buNone/>
            </a:pPr>
            <a:r>
              <a:t/>
            </a:r>
            <a:endParaRPr sz="2000"/>
          </a:p>
        </p:txBody>
      </p:sp>
      <p:sp>
        <p:nvSpPr>
          <p:cNvPr id="3608" name="Google Shape;3608;p47"/>
          <p:cNvSpPr txBox="1"/>
          <p:nvPr>
            <p:ph idx="2" type="title"/>
          </p:nvPr>
        </p:nvSpPr>
        <p:spPr>
          <a:xfrm>
            <a:off x="4590671" y="3453255"/>
            <a:ext cx="1455900" cy="600300"/>
          </a:xfrm>
          <a:prstGeom prst="rect">
            <a:avLst/>
          </a:prstGeom>
        </p:spPr>
        <p:txBody>
          <a:bodyPr anchorCtr="0" anchor="t" bIns="62650" lIns="62650" spcFirstLastPara="1" rIns="62650" wrap="square" tIns="62650">
            <a:noAutofit/>
          </a:bodyPr>
          <a:lstStyle/>
          <a:p>
            <a:pPr indent="0" lvl="0" marL="0" rtl="0" algn="ctr">
              <a:spcBef>
                <a:spcPts val="0"/>
              </a:spcBef>
              <a:spcAft>
                <a:spcPts val="0"/>
              </a:spcAft>
              <a:buNone/>
            </a:pPr>
            <a:r>
              <a:rPr lang="en" sz="2000"/>
              <a:t>Rigid Administration</a:t>
            </a:r>
            <a:endParaRPr sz="2000"/>
          </a:p>
        </p:txBody>
      </p:sp>
      <p:pic>
        <p:nvPicPr>
          <p:cNvPr id="3609" name="Google Shape;3609;p47"/>
          <p:cNvPicPr preferRelativeResize="0"/>
          <p:nvPr/>
        </p:nvPicPr>
        <p:blipFill>
          <a:blip r:embed="rId5">
            <a:alphaModFix/>
          </a:blip>
          <a:stretch>
            <a:fillRect/>
          </a:stretch>
        </p:blipFill>
        <p:spPr>
          <a:xfrm>
            <a:off x="5546950" y="1397777"/>
            <a:ext cx="797650" cy="571922"/>
          </a:xfrm>
          <a:prstGeom prst="rect">
            <a:avLst/>
          </a:prstGeom>
          <a:noFill/>
          <a:ln>
            <a:noFill/>
          </a:ln>
        </p:spPr>
      </p:pic>
      <p:pic>
        <p:nvPicPr>
          <p:cNvPr id="3610" name="Google Shape;3610;p47"/>
          <p:cNvPicPr preferRelativeResize="0"/>
          <p:nvPr/>
        </p:nvPicPr>
        <p:blipFill>
          <a:blip r:embed="rId6">
            <a:alphaModFix/>
          </a:blip>
          <a:stretch>
            <a:fillRect/>
          </a:stretch>
        </p:blipFill>
        <p:spPr>
          <a:xfrm>
            <a:off x="7574449" y="2192770"/>
            <a:ext cx="640225" cy="1013504"/>
          </a:xfrm>
          <a:prstGeom prst="rect">
            <a:avLst/>
          </a:prstGeom>
          <a:noFill/>
          <a:ln>
            <a:noFill/>
          </a:ln>
        </p:spPr>
      </p:pic>
      <p:pic>
        <p:nvPicPr>
          <p:cNvPr id="3611" name="Google Shape;3611;p47"/>
          <p:cNvPicPr preferRelativeResize="0"/>
          <p:nvPr/>
        </p:nvPicPr>
        <p:blipFill>
          <a:blip r:embed="rId7">
            <a:alphaModFix/>
          </a:blip>
          <a:stretch>
            <a:fillRect/>
          </a:stretch>
        </p:blipFill>
        <p:spPr>
          <a:xfrm>
            <a:off x="5605674" y="4100525"/>
            <a:ext cx="1000600" cy="648400"/>
          </a:xfrm>
          <a:prstGeom prst="rect">
            <a:avLst/>
          </a:prstGeom>
          <a:noFill/>
          <a:ln>
            <a:noFill/>
          </a:ln>
        </p:spPr>
      </p:pic>
      <p:pic>
        <p:nvPicPr>
          <p:cNvPr id="3612" name="Google Shape;3612;p47"/>
          <p:cNvPicPr preferRelativeResize="0"/>
          <p:nvPr/>
        </p:nvPicPr>
        <p:blipFill>
          <a:blip r:embed="rId8">
            <a:alphaModFix/>
          </a:blip>
          <a:stretch>
            <a:fillRect/>
          </a:stretch>
        </p:blipFill>
        <p:spPr>
          <a:xfrm>
            <a:off x="3875710" y="3157275"/>
            <a:ext cx="520643" cy="8819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6" name="Shape 3616"/>
        <p:cNvGrpSpPr/>
        <p:nvPr/>
      </p:nvGrpSpPr>
      <p:grpSpPr>
        <a:xfrm>
          <a:off x="0" y="0"/>
          <a:ext cx="0" cy="0"/>
          <a:chOff x="0" y="0"/>
          <a:chExt cx="0" cy="0"/>
        </a:xfrm>
      </p:grpSpPr>
      <p:sp>
        <p:nvSpPr>
          <p:cNvPr id="3617" name="Google Shape;3617;p48"/>
          <p:cNvSpPr/>
          <p:nvPr/>
        </p:nvSpPr>
        <p:spPr>
          <a:xfrm>
            <a:off x="2943075" y="1366105"/>
            <a:ext cx="3257700" cy="3258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8" name="Google Shape;3618;p48"/>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SYSTEM</a:t>
            </a:r>
            <a:endParaRPr/>
          </a:p>
        </p:txBody>
      </p:sp>
      <p:pic>
        <p:nvPicPr>
          <p:cNvPr id="3619" name="Google Shape;3619;p48"/>
          <p:cNvPicPr preferRelativeResize="0"/>
          <p:nvPr/>
        </p:nvPicPr>
        <p:blipFill>
          <a:blip r:embed="rId3">
            <a:alphaModFix/>
          </a:blip>
          <a:stretch>
            <a:fillRect/>
          </a:stretch>
        </p:blipFill>
        <p:spPr>
          <a:xfrm>
            <a:off x="4021250" y="2123401"/>
            <a:ext cx="1101350" cy="1743449"/>
          </a:xfrm>
          <a:prstGeom prst="rect">
            <a:avLst/>
          </a:prstGeom>
          <a:noFill/>
          <a:ln>
            <a:noFill/>
          </a:ln>
        </p:spPr>
      </p:pic>
      <p:sp>
        <p:nvSpPr>
          <p:cNvPr id="3620" name="Google Shape;3620;p48"/>
          <p:cNvSpPr txBox="1"/>
          <p:nvPr/>
        </p:nvSpPr>
        <p:spPr>
          <a:xfrm>
            <a:off x="541250" y="1183925"/>
            <a:ext cx="27096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Alumni Sans Pinstripe"/>
                <a:ea typeface="Alumni Sans Pinstripe"/>
                <a:cs typeface="Alumni Sans Pinstripe"/>
                <a:sym typeface="Alumni Sans Pinstripe"/>
              </a:rPr>
              <a:t>AUTHENTICATION &amp; ONBOARDING</a:t>
            </a:r>
            <a:endParaRPr b="1" sz="2100">
              <a:solidFill>
                <a:schemeClr val="dk1"/>
              </a:solidFill>
              <a:latin typeface="Alumni Sans Pinstripe"/>
              <a:ea typeface="Alumni Sans Pinstripe"/>
              <a:cs typeface="Alumni Sans Pinstripe"/>
              <a:sym typeface="Alumni Sans Pinstripe"/>
            </a:endParaRPr>
          </a:p>
        </p:txBody>
      </p:sp>
      <p:sp>
        <p:nvSpPr>
          <p:cNvPr id="3621" name="Google Shape;3621;p48"/>
          <p:cNvSpPr txBox="1"/>
          <p:nvPr/>
        </p:nvSpPr>
        <p:spPr>
          <a:xfrm>
            <a:off x="541250" y="1798863"/>
            <a:ext cx="1970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dvent Pro"/>
                <a:ea typeface="Advent Pro"/>
                <a:cs typeface="Advent Pro"/>
                <a:sym typeface="Advent Pro"/>
              </a:rPr>
              <a:t>Secure logins, session management, and role-based onboarding.</a:t>
            </a:r>
            <a:endParaRPr>
              <a:solidFill>
                <a:schemeClr val="dk1"/>
              </a:solidFill>
              <a:latin typeface="Advent Pro"/>
              <a:ea typeface="Advent Pro"/>
              <a:cs typeface="Advent Pro"/>
              <a:sym typeface="Advent Pro"/>
            </a:endParaRPr>
          </a:p>
          <a:p>
            <a:pPr indent="0" lvl="0" marL="0" rtl="0" algn="r">
              <a:spcBef>
                <a:spcPts val="0"/>
              </a:spcBef>
              <a:spcAft>
                <a:spcPts val="0"/>
              </a:spcAft>
              <a:buNone/>
            </a:pPr>
            <a:r>
              <a:t/>
            </a:r>
            <a:endParaRPr>
              <a:solidFill>
                <a:schemeClr val="dk1"/>
              </a:solidFill>
              <a:latin typeface="Advent Pro Medium"/>
              <a:ea typeface="Advent Pro Medium"/>
              <a:cs typeface="Advent Pro Medium"/>
              <a:sym typeface="Advent Pro Medium"/>
            </a:endParaRPr>
          </a:p>
        </p:txBody>
      </p:sp>
      <p:sp>
        <p:nvSpPr>
          <p:cNvPr id="3622" name="Google Shape;3622;p48"/>
          <p:cNvSpPr txBox="1"/>
          <p:nvPr/>
        </p:nvSpPr>
        <p:spPr>
          <a:xfrm>
            <a:off x="6337149" y="1270650"/>
            <a:ext cx="24528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MULTILINGUAL COURSES</a:t>
            </a:r>
            <a:endParaRPr b="1" sz="2400">
              <a:solidFill>
                <a:schemeClr val="dk1"/>
              </a:solidFill>
              <a:latin typeface="Alumni Sans Pinstripe"/>
              <a:ea typeface="Alumni Sans Pinstripe"/>
              <a:cs typeface="Alumni Sans Pinstripe"/>
              <a:sym typeface="Alumni Sans Pinstripe"/>
            </a:endParaRPr>
          </a:p>
        </p:txBody>
      </p:sp>
      <p:sp>
        <p:nvSpPr>
          <p:cNvPr id="3623" name="Google Shape;3623;p48"/>
          <p:cNvSpPr txBox="1"/>
          <p:nvPr/>
        </p:nvSpPr>
        <p:spPr>
          <a:xfrm>
            <a:off x="6749578" y="1911475"/>
            <a:ext cx="1970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dvent Pro Medium"/>
                <a:ea typeface="Advent Pro Medium"/>
                <a:cs typeface="Advent Pro Medium"/>
                <a:sym typeface="Advent Pro Medium"/>
              </a:rPr>
              <a:t>Courses in English &amp; Urdu with quizzes, videos, and certificates.</a:t>
            </a:r>
            <a:endParaRPr>
              <a:solidFill>
                <a:schemeClr val="dk1"/>
              </a:solidFill>
              <a:latin typeface="Advent Pro Medium"/>
              <a:ea typeface="Advent Pro Medium"/>
              <a:cs typeface="Advent Pro Medium"/>
              <a:sym typeface="Advent Pro Medium"/>
            </a:endParaRPr>
          </a:p>
        </p:txBody>
      </p:sp>
      <p:sp>
        <p:nvSpPr>
          <p:cNvPr id="3624" name="Google Shape;3624;p48"/>
          <p:cNvSpPr txBox="1"/>
          <p:nvPr/>
        </p:nvSpPr>
        <p:spPr>
          <a:xfrm>
            <a:off x="134825" y="3029400"/>
            <a:ext cx="2376900" cy="5541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ROLE-BASED ACCESS</a:t>
            </a:r>
            <a:endParaRPr b="1" sz="2400">
              <a:solidFill>
                <a:schemeClr val="dk1"/>
              </a:solidFill>
              <a:latin typeface="Alumni Sans Pinstripe"/>
              <a:ea typeface="Alumni Sans Pinstripe"/>
              <a:cs typeface="Alumni Sans Pinstripe"/>
              <a:sym typeface="Alumni Sans Pinstripe"/>
            </a:endParaRPr>
          </a:p>
        </p:txBody>
      </p:sp>
      <p:sp>
        <p:nvSpPr>
          <p:cNvPr id="3625" name="Google Shape;3625;p48"/>
          <p:cNvSpPr txBox="1"/>
          <p:nvPr/>
        </p:nvSpPr>
        <p:spPr>
          <a:xfrm>
            <a:off x="528472" y="3444975"/>
            <a:ext cx="1907400" cy="615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Advent Pro Medium"/>
                <a:ea typeface="Advent Pro Medium"/>
                <a:cs typeface="Advent Pro Medium"/>
                <a:sym typeface="Advent Pro Medium"/>
              </a:rPr>
              <a:t>System/Admins upload content, users access assigned courses, quizzes, and videos</a:t>
            </a:r>
            <a:endParaRPr>
              <a:solidFill>
                <a:schemeClr val="dk1"/>
              </a:solidFill>
              <a:latin typeface="Advent Pro Medium"/>
              <a:ea typeface="Advent Pro Medium"/>
              <a:cs typeface="Advent Pro Medium"/>
              <a:sym typeface="Advent Pro Medium"/>
            </a:endParaRPr>
          </a:p>
        </p:txBody>
      </p:sp>
      <p:sp>
        <p:nvSpPr>
          <p:cNvPr id="3626" name="Google Shape;3626;p48"/>
          <p:cNvSpPr txBox="1"/>
          <p:nvPr/>
        </p:nvSpPr>
        <p:spPr>
          <a:xfrm>
            <a:off x="6892913" y="3029406"/>
            <a:ext cx="15375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REPORTING</a:t>
            </a:r>
            <a:endParaRPr b="1" sz="2400">
              <a:solidFill>
                <a:schemeClr val="dk1"/>
              </a:solidFill>
              <a:latin typeface="Alumni Sans Pinstripe"/>
              <a:ea typeface="Alumni Sans Pinstripe"/>
              <a:cs typeface="Alumni Sans Pinstripe"/>
              <a:sym typeface="Alumni Sans Pinstripe"/>
            </a:endParaRPr>
          </a:p>
        </p:txBody>
      </p:sp>
      <p:sp>
        <p:nvSpPr>
          <p:cNvPr id="3627" name="Google Shape;3627;p48"/>
          <p:cNvSpPr txBox="1"/>
          <p:nvPr/>
        </p:nvSpPr>
        <p:spPr>
          <a:xfrm>
            <a:off x="6892928" y="3444975"/>
            <a:ext cx="1907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dvent Pro Medium"/>
                <a:ea typeface="Advent Pro Medium"/>
                <a:cs typeface="Advent Pro Medium"/>
                <a:sym typeface="Advent Pro Medium"/>
              </a:rPr>
              <a:t>Admins get detailed user reports, learners track their own progress.</a:t>
            </a:r>
            <a:endParaRPr>
              <a:solidFill>
                <a:schemeClr val="dk1"/>
              </a:solidFill>
              <a:latin typeface="Advent Pro Medium"/>
              <a:ea typeface="Advent Pro Medium"/>
              <a:cs typeface="Advent Pro Medium"/>
              <a:sym typeface="Advent Pro Medium"/>
            </a:endParaRPr>
          </a:p>
        </p:txBody>
      </p:sp>
      <p:sp>
        <p:nvSpPr>
          <p:cNvPr id="3628" name="Google Shape;3628;p48"/>
          <p:cNvSpPr/>
          <p:nvPr/>
        </p:nvSpPr>
        <p:spPr>
          <a:xfrm>
            <a:off x="2511638" y="1704967"/>
            <a:ext cx="1101300" cy="11019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01</a:t>
            </a:r>
            <a:endParaRPr/>
          </a:p>
        </p:txBody>
      </p:sp>
      <p:sp>
        <p:nvSpPr>
          <p:cNvPr id="3629" name="Google Shape;3629;p48"/>
          <p:cNvSpPr/>
          <p:nvPr/>
        </p:nvSpPr>
        <p:spPr>
          <a:xfrm>
            <a:off x="2511638" y="3029392"/>
            <a:ext cx="1101300" cy="11019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02</a:t>
            </a:r>
            <a:endParaRPr/>
          </a:p>
        </p:txBody>
      </p:sp>
      <p:sp>
        <p:nvSpPr>
          <p:cNvPr id="3630" name="Google Shape;3630;p48"/>
          <p:cNvSpPr/>
          <p:nvPr/>
        </p:nvSpPr>
        <p:spPr>
          <a:xfrm>
            <a:off x="5531063" y="1704967"/>
            <a:ext cx="1101300" cy="11019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03</a:t>
            </a:r>
            <a:endParaRPr/>
          </a:p>
        </p:txBody>
      </p:sp>
      <p:sp>
        <p:nvSpPr>
          <p:cNvPr id="3631" name="Google Shape;3631;p48"/>
          <p:cNvSpPr/>
          <p:nvPr/>
        </p:nvSpPr>
        <p:spPr>
          <a:xfrm>
            <a:off x="5531063" y="3029392"/>
            <a:ext cx="1101300" cy="11019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04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5" name="Shape 3635"/>
        <p:cNvGrpSpPr/>
        <p:nvPr/>
      </p:nvGrpSpPr>
      <p:grpSpPr>
        <a:xfrm>
          <a:off x="0" y="0"/>
          <a:ext cx="0" cy="0"/>
          <a:chOff x="0" y="0"/>
          <a:chExt cx="0" cy="0"/>
        </a:xfrm>
      </p:grpSpPr>
      <p:grpSp>
        <p:nvGrpSpPr>
          <p:cNvPr id="3636" name="Google Shape;3636;p49"/>
          <p:cNvGrpSpPr/>
          <p:nvPr/>
        </p:nvGrpSpPr>
        <p:grpSpPr>
          <a:xfrm>
            <a:off x="3305690" y="670433"/>
            <a:ext cx="326624" cy="2227589"/>
            <a:chOff x="-1754623" y="1947770"/>
            <a:chExt cx="326624" cy="2227589"/>
          </a:xfrm>
        </p:grpSpPr>
        <p:sp>
          <p:nvSpPr>
            <p:cNvPr id="3637" name="Google Shape;3637;p49"/>
            <p:cNvSpPr/>
            <p:nvPr/>
          </p:nvSpPr>
          <p:spPr>
            <a:xfrm rot="5400000">
              <a:off x="-1554019" y="404933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49"/>
            <p:cNvSpPr/>
            <p:nvPr/>
          </p:nvSpPr>
          <p:spPr>
            <a:xfrm rot="5400000">
              <a:off x="-1554019" y="366723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49"/>
            <p:cNvSpPr/>
            <p:nvPr/>
          </p:nvSpPr>
          <p:spPr>
            <a:xfrm rot="5400000">
              <a:off x="-1554019" y="328513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49"/>
            <p:cNvSpPr/>
            <p:nvPr/>
          </p:nvSpPr>
          <p:spPr>
            <a:xfrm rot="5400000">
              <a:off x="-1554019" y="309408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49"/>
            <p:cNvSpPr/>
            <p:nvPr/>
          </p:nvSpPr>
          <p:spPr>
            <a:xfrm rot="5400000">
              <a:off x="-1554019" y="213882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49"/>
            <p:cNvSpPr/>
            <p:nvPr/>
          </p:nvSpPr>
          <p:spPr>
            <a:xfrm rot="5400000">
              <a:off x="-1554019" y="232987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49"/>
            <p:cNvSpPr/>
            <p:nvPr/>
          </p:nvSpPr>
          <p:spPr>
            <a:xfrm rot="5400000">
              <a:off x="-1554019" y="194777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49"/>
            <p:cNvSpPr/>
            <p:nvPr/>
          </p:nvSpPr>
          <p:spPr>
            <a:xfrm rot="5400000">
              <a:off x="-1754623" y="385828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49"/>
            <p:cNvSpPr/>
            <p:nvPr/>
          </p:nvSpPr>
          <p:spPr>
            <a:xfrm rot="5400000">
              <a:off x="-1754623" y="404933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49"/>
            <p:cNvSpPr/>
            <p:nvPr/>
          </p:nvSpPr>
          <p:spPr>
            <a:xfrm rot="5400000">
              <a:off x="-1754623" y="3285132"/>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49"/>
            <p:cNvSpPr/>
            <p:nvPr/>
          </p:nvSpPr>
          <p:spPr>
            <a:xfrm rot="5400000">
              <a:off x="-1754623" y="34761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49"/>
            <p:cNvSpPr/>
            <p:nvPr/>
          </p:nvSpPr>
          <p:spPr>
            <a:xfrm rot="5400000">
              <a:off x="-1754623" y="309408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49"/>
            <p:cNvSpPr/>
            <p:nvPr/>
          </p:nvSpPr>
          <p:spPr>
            <a:xfrm rot="5400000">
              <a:off x="-1754623" y="271197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49"/>
            <p:cNvSpPr/>
            <p:nvPr/>
          </p:nvSpPr>
          <p:spPr>
            <a:xfrm rot="5400000">
              <a:off x="-1754623" y="290302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49"/>
            <p:cNvSpPr/>
            <p:nvPr/>
          </p:nvSpPr>
          <p:spPr>
            <a:xfrm rot="5400000">
              <a:off x="-1754623" y="2520925"/>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49"/>
            <p:cNvSpPr/>
            <p:nvPr/>
          </p:nvSpPr>
          <p:spPr>
            <a:xfrm rot="5400000">
              <a:off x="-1754623" y="232987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49"/>
            <p:cNvSpPr/>
            <p:nvPr/>
          </p:nvSpPr>
          <p:spPr>
            <a:xfrm rot="5400000">
              <a:off x="-1754623" y="194777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54" name="Google Shape;3654;p49"/>
          <p:cNvPicPr preferRelativeResize="0"/>
          <p:nvPr/>
        </p:nvPicPr>
        <p:blipFill>
          <a:blip r:embed="rId3">
            <a:alphaModFix/>
          </a:blip>
          <a:stretch>
            <a:fillRect/>
          </a:stretch>
        </p:blipFill>
        <p:spPr>
          <a:xfrm>
            <a:off x="2952099" y="2176379"/>
            <a:ext cx="1030518" cy="738901"/>
          </a:xfrm>
          <a:prstGeom prst="rect">
            <a:avLst/>
          </a:prstGeom>
          <a:noFill/>
          <a:ln>
            <a:noFill/>
          </a:ln>
        </p:spPr>
      </p:pic>
      <p:pic>
        <p:nvPicPr>
          <p:cNvPr id="3655" name="Google Shape;3655;p49"/>
          <p:cNvPicPr preferRelativeResize="0"/>
          <p:nvPr/>
        </p:nvPicPr>
        <p:blipFill>
          <a:blip r:embed="rId4">
            <a:alphaModFix/>
          </a:blip>
          <a:stretch>
            <a:fillRect/>
          </a:stretch>
        </p:blipFill>
        <p:spPr>
          <a:xfrm>
            <a:off x="922512" y="2481175"/>
            <a:ext cx="2878150" cy="1916850"/>
          </a:xfrm>
          <a:prstGeom prst="rect">
            <a:avLst/>
          </a:prstGeom>
          <a:noFill/>
          <a:ln>
            <a:noFill/>
          </a:ln>
        </p:spPr>
      </p:pic>
      <p:sp>
        <p:nvSpPr>
          <p:cNvPr id="3656" name="Google Shape;3656;p49"/>
          <p:cNvSpPr txBox="1"/>
          <p:nvPr>
            <p:ph type="title"/>
          </p:nvPr>
        </p:nvSpPr>
        <p:spPr>
          <a:xfrm>
            <a:off x="4567401" y="445025"/>
            <a:ext cx="3863400" cy="7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System:</a:t>
            </a:r>
            <a:endParaRPr/>
          </a:p>
        </p:txBody>
      </p:sp>
      <p:sp>
        <p:nvSpPr>
          <p:cNvPr id="3657" name="Google Shape;3657;p49"/>
          <p:cNvSpPr txBox="1"/>
          <p:nvPr>
            <p:ph idx="2" type="title"/>
          </p:nvPr>
        </p:nvSpPr>
        <p:spPr>
          <a:xfrm>
            <a:off x="4913825" y="1113025"/>
            <a:ext cx="32730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PHISHING SIMULATION</a:t>
            </a:r>
            <a:endParaRPr/>
          </a:p>
        </p:txBody>
      </p:sp>
      <p:sp>
        <p:nvSpPr>
          <p:cNvPr id="3658" name="Google Shape;3658;p49"/>
          <p:cNvSpPr txBox="1"/>
          <p:nvPr>
            <p:ph idx="1" type="subTitle"/>
          </p:nvPr>
        </p:nvSpPr>
        <p:spPr>
          <a:xfrm>
            <a:off x="4913825" y="1437000"/>
            <a:ext cx="3582300" cy="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Email, Whatsapp, and voice </a:t>
            </a:r>
            <a:r>
              <a:rPr lang="en"/>
              <a:t>phishing</a:t>
            </a:r>
            <a:r>
              <a:rPr lang="en"/>
              <a:t> campaigns with AI-generated texts and landing pages.</a:t>
            </a:r>
            <a:endParaRPr/>
          </a:p>
        </p:txBody>
      </p:sp>
      <p:sp>
        <p:nvSpPr>
          <p:cNvPr id="3659" name="Google Shape;3659;p49"/>
          <p:cNvSpPr txBox="1"/>
          <p:nvPr>
            <p:ph idx="3" type="title"/>
          </p:nvPr>
        </p:nvSpPr>
        <p:spPr>
          <a:xfrm>
            <a:off x="4913825" y="2851284"/>
            <a:ext cx="2878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UNIFIED RISK SCORE</a:t>
            </a:r>
            <a:endParaRPr/>
          </a:p>
        </p:txBody>
      </p:sp>
      <p:sp>
        <p:nvSpPr>
          <p:cNvPr id="3660" name="Google Shape;3660;p49"/>
          <p:cNvSpPr txBox="1"/>
          <p:nvPr>
            <p:ph idx="4" type="subTitle"/>
          </p:nvPr>
        </p:nvSpPr>
        <p:spPr>
          <a:xfrm>
            <a:off x="4895300" y="3219256"/>
            <a:ext cx="3207600" cy="59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Combines phishing results and LMS progress to assign risk levels.</a:t>
            </a:r>
            <a:endParaRPr/>
          </a:p>
        </p:txBody>
      </p:sp>
      <p:sp>
        <p:nvSpPr>
          <p:cNvPr id="3661" name="Google Shape;3661;p49"/>
          <p:cNvSpPr txBox="1"/>
          <p:nvPr>
            <p:ph idx="5" type="title"/>
          </p:nvPr>
        </p:nvSpPr>
        <p:spPr>
          <a:xfrm>
            <a:off x="4913824" y="2019245"/>
            <a:ext cx="2878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REAL-TIME ANALYSIS</a:t>
            </a:r>
            <a:endParaRPr/>
          </a:p>
        </p:txBody>
      </p:sp>
      <p:sp>
        <p:nvSpPr>
          <p:cNvPr id="3662" name="Google Shape;3662;p49"/>
          <p:cNvSpPr txBox="1"/>
          <p:nvPr>
            <p:ph idx="6" type="subTitle"/>
          </p:nvPr>
        </p:nvSpPr>
        <p:spPr>
          <a:xfrm>
            <a:off x="4913825" y="2328113"/>
            <a:ext cx="3582300" cy="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Track clicks, phishing responses, and call transcripts with AI sentiment analysis.</a:t>
            </a:r>
            <a:endParaRPr/>
          </a:p>
        </p:txBody>
      </p:sp>
      <p:sp>
        <p:nvSpPr>
          <p:cNvPr id="3663" name="Google Shape;3663;p49"/>
          <p:cNvSpPr txBox="1"/>
          <p:nvPr>
            <p:ph idx="7" type="title"/>
          </p:nvPr>
        </p:nvSpPr>
        <p:spPr>
          <a:xfrm>
            <a:off x="4913825" y="3742407"/>
            <a:ext cx="2878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GAMIFICATION</a:t>
            </a:r>
            <a:endParaRPr/>
          </a:p>
        </p:txBody>
      </p:sp>
      <p:sp>
        <p:nvSpPr>
          <p:cNvPr id="3664" name="Google Shape;3664;p49"/>
          <p:cNvSpPr txBox="1"/>
          <p:nvPr>
            <p:ph idx="8" type="subTitle"/>
          </p:nvPr>
        </p:nvSpPr>
        <p:spPr>
          <a:xfrm>
            <a:off x="4895300" y="4092025"/>
            <a:ext cx="3207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Points, badges, and leaderboards to keep users motivated.</a:t>
            </a:r>
            <a:endParaRPr/>
          </a:p>
        </p:txBody>
      </p:sp>
      <p:sp>
        <p:nvSpPr>
          <p:cNvPr id="3665" name="Google Shape;3665;p49"/>
          <p:cNvSpPr/>
          <p:nvPr/>
        </p:nvSpPr>
        <p:spPr>
          <a:xfrm>
            <a:off x="4113415" y="1284550"/>
            <a:ext cx="527700" cy="527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49"/>
          <p:cNvSpPr/>
          <p:nvPr/>
        </p:nvSpPr>
        <p:spPr>
          <a:xfrm>
            <a:off x="4112065" y="3008340"/>
            <a:ext cx="530400" cy="530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49"/>
          <p:cNvSpPr/>
          <p:nvPr/>
        </p:nvSpPr>
        <p:spPr>
          <a:xfrm>
            <a:off x="4112065" y="2179379"/>
            <a:ext cx="530400" cy="530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49"/>
          <p:cNvSpPr/>
          <p:nvPr/>
        </p:nvSpPr>
        <p:spPr>
          <a:xfrm>
            <a:off x="4112065" y="3915210"/>
            <a:ext cx="530400" cy="530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49"/>
          <p:cNvSpPr txBox="1"/>
          <p:nvPr>
            <p:ph idx="15" type="title"/>
          </p:nvPr>
        </p:nvSpPr>
        <p:spPr>
          <a:xfrm>
            <a:off x="4048015" y="3983760"/>
            <a:ext cx="658500" cy="39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08</a:t>
            </a:r>
            <a:endParaRPr sz="2400"/>
          </a:p>
        </p:txBody>
      </p:sp>
      <p:pic>
        <p:nvPicPr>
          <p:cNvPr id="3670" name="Google Shape;3670;p49"/>
          <p:cNvPicPr preferRelativeResize="0"/>
          <p:nvPr/>
        </p:nvPicPr>
        <p:blipFill>
          <a:blip r:embed="rId5">
            <a:alphaModFix/>
          </a:blip>
          <a:stretch>
            <a:fillRect/>
          </a:stretch>
        </p:blipFill>
        <p:spPr>
          <a:xfrm>
            <a:off x="578150" y="1417472"/>
            <a:ext cx="759000" cy="960151"/>
          </a:xfrm>
          <a:prstGeom prst="rect">
            <a:avLst/>
          </a:prstGeom>
          <a:noFill/>
          <a:ln>
            <a:noFill/>
          </a:ln>
        </p:spPr>
      </p:pic>
      <p:pic>
        <p:nvPicPr>
          <p:cNvPr id="3671" name="Google Shape;3671;p49"/>
          <p:cNvPicPr preferRelativeResize="0"/>
          <p:nvPr/>
        </p:nvPicPr>
        <p:blipFill>
          <a:blip r:embed="rId6">
            <a:alphaModFix/>
          </a:blip>
          <a:stretch>
            <a:fillRect/>
          </a:stretch>
        </p:blipFill>
        <p:spPr>
          <a:xfrm>
            <a:off x="1422700" y="1384178"/>
            <a:ext cx="1647000" cy="2607154"/>
          </a:xfrm>
          <a:prstGeom prst="rect">
            <a:avLst/>
          </a:prstGeom>
          <a:noFill/>
          <a:ln>
            <a:noFill/>
          </a:ln>
        </p:spPr>
      </p:pic>
      <p:pic>
        <p:nvPicPr>
          <p:cNvPr id="3672" name="Google Shape;3672;p49"/>
          <p:cNvPicPr preferRelativeResize="0"/>
          <p:nvPr/>
        </p:nvPicPr>
        <p:blipFill>
          <a:blip r:embed="rId7">
            <a:alphaModFix/>
          </a:blip>
          <a:stretch>
            <a:fillRect/>
          </a:stretch>
        </p:blipFill>
        <p:spPr>
          <a:xfrm>
            <a:off x="614362" y="2656625"/>
            <a:ext cx="1006125" cy="1327069"/>
          </a:xfrm>
          <a:prstGeom prst="rect">
            <a:avLst/>
          </a:prstGeom>
          <a:noFill/>
          <a:ln>
            <a:noFill/>
          </a:ln>
        </p:spPr>
      </p:pic>
      <p:pic>
        <p:nvPicPr>
          <p:cNvPr id="3673" name="Google Shape;3673;p49"/>
          <p:cNvPicPr preferRelativeResize="0"/>
          <p:nvPr/>
        </p:nvPicPr>
        <p:blipFill>
          <a:blip r:embed="rId3">
            <a:alphaModFix/>
          </a:blip>
          <a:stretch>
            <a:fillRect/>
          </a:stretch>
        </p:blipFill>
        <p:spPr>
          <a:xfrm>
            <a:off x="1807121" y="673637"/>
            <a:ext cx="1602225" cy="1148801"/>
          </a:xfrm>
          <a:prstGeom prst="rect">
            <a:avLst/>
          </a:prstGeom>
          <a:noFill/>
          <a:ln>
            <a:noFill/>
          </a:ln>
        </p:spPr>
      </p:pic>
      <p:sp>
        <p:nvSpPr>
          <p:cNvPr id="3674" name="Google Shape;3674;p49"/>
          <p:cNvSpPr txBox="1"/>
          <p:nvPr>
            <p:ph idx="9" type="title"/>
          </p:nvPr>
        </p:nvSpPr>
        <p:spPr>
          <a:xfrm>
            <a:off x="4048015" y="1351750"/>
            <a:ext cx="658500" cy="39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675" name="Google Shape;3675;p49"/>
          <p:cNvSpPr txBox="1"/>
          <p:nvPr>
            <p:ph idx="13" type="title"/>
          </p:nvPr>
        </p:nvSpPr>
        <p:spPr>
          <a:xfrm>
            <a:off x="4048015" y="2247929"/>
            <a:ext cx="658500" cy="39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3676" name="Google Shape;3676;p49"/>
          <p:cNvSpPr txBox="1"/>
          <p:nvPr>
            <p:ph idx="14" type="title"/>
          </p:nvPr>
        </p:nvSpPr>
        <p:spPr>
          <a:xfrm>
            <a:off x="4048015" y="3076890"/>
            <a:ext cx="658500" cy="39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0" name="Shape 3680"/>
        <p:cNvGrpSpPr/>
        <p:nvPr/>
      </p:nvGrpSpPr>
      <p:grpSpPr>
        <a:xfrm>
          <a:off x="0" y="0"/>
          <a:ext cx="0" cy="0"/>
          <a:chOff x="0" y="0"/>
          <a:chExt cx="0" cy="0"/>
        </a:xfrm>
      </p:grpSpPr>
      <p:grpSp>
        <p:nvGrpSpPr>
          <p:cNvPr id="3681" name="Google Shape;3681;p50"/>
          <p:cNvGrpSpPr/>
          <p:nvPr/>
        </p:nvGrpSpPr>
        <p:grpSpPr>
          <a:xfrm>
            <a:off x="5076988" y="1423053"/>
            <a:ext cx="1272330" cy="726522"/>
            <a:chOff x="4239254" y="-1160684"/>
            <a:chExt cx="1272330" cy="726522"/>
          </a:xfrm>
        </p:grpSpPr>
        <p:sp>
          <p:nvSpPr>
            <p:cNvPr id="3682" name="Google Shape;3682;p50"/>
            <p:cNvSpPr/>
            <p:nvPr/>
          </p:nvSpPr>
          <p:spPr>
            <a:xfrm>
              <a:off x="5385564" y="-11606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50"/>
            <p:cNvSpPr/>
            <p:nvPr/>
          </p:nvSpPr>
          <p:spPr>
            <a:xfrm>
              <a:off x="5385564"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50"/>
            <p:cNvSpPr/>
            <p:nvPr/>
          </p:nvSpPr>
          <p:spPr>
            <a:xfrm>
              <a:off x="5003460" y="-11606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50"/>
            <p:cNvSpPr/>
            <p:nvPr/>
          </p:nvSpPr>
          <p:spPr>
            <a:xfrm>
              <a:off x="5003460" y="-76035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50"/>
            <p:cNvSpPr/>
            <p:nvPr/>
          </p:nvSpPr>
          <p:spPr>
            <a:xfrm>
              <a:off x="5003460"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50"/>
            <p:cNvSpPr/>
            <p:nvPr/>
          </p:nvSpPr>
          <p:spPr>
            <a:xfrm>
              <a:off x="5194512" y="-11606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50"/>
            <p:cNvSpPr/>
            <p:nvPr/>
          </p:nvSpPr>
          <p:spPr>
            <a:xfrm>
              <a:off x="5194512" y="-96051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50"/>
            <p:cNvSpPr/>
            <p:nvPr/>
          </p:nvSpPr>
          <p:spPr>
            <a:xfrm>
              <a:off x="5194512"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50"/>
            <p:cNvSpPr/>
            <p:nvPr/>
          </p:nvSpPr>
          <p:spPr>
            <a:xfrm>
              <a:off x="4812409" y="-11606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50"/>
            <p:cNvSpPr/>
            <p:nvPr/>
          </p:nvSpPr>
          <p:spPr>
            <a:xfrm>
              <a:off x="4812409" y="-96051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50"/>
            <p:cNvSpPr/>
            <p:nvPr/>
          </p:nvSpPr>
          <p:spPr>
            <a:xfrm>
              <a:off x="4812409" y="-76035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50"/>
            <p:cNvSpPr/>
            <p:nvPr/>
          </p:nvSpPr>
          <p:spPr>
            <a:xfrm>
              <a:off x="4812409"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50"/>
            <p:cNvSpPr/>
            <p:nvPr/>
          </p:nvSpPr>
          <p:spPr>
            <a:xfrm>
              <a:off x="4430305" y="-96051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50"/>
            <p:cNvSpPr/>
            <p:nvPr/>
          </p:nvSpPr>
          <p:spPr>
            <a:xfrm>
              <a:off x="4430305" y="-76035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50"/>
            <p:cNvSpPr/>
            <p:nvPr/>
          </p:nvSpPr>
          <p:spPr>
            <a:xfrm>
              <a:off x="4430305"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50"/>
            <p:cNvSpPr/>
            <p:nvPr/>
          </p:nvSpPr>
          <p:spPr>
            <a:xfrm>
              <a:off x="4621357" y="-1160684"/>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50"/>
            <p:cNvSpPr/>
            <p:nvPr/>
          </p:nvSpPr>
          <p:spPr>
            <a:xfrm>
              <a:off x="4621357" y="-960517"/>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50"/>
            <p:cNvSpPr/>
            <p:nvPr/>
          </p:nvSpPr>
          <p:spPr>
            <a:xfrm>
              <a:off x="4621357" y="-76035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50"/>
            <p:cNvSpPr/>
            <p:nvPr/>
          </p:nvSpPr>
          <p:spPr>
            <a:xfrm>
              <a:off x="4621357" y="-560183"/>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50"/>
            <p:cNvSpPr/>
            <p:nvPr/>
          </p:nvSpPr>
          <p:spPr>
            <a:xfrm>
              <a:off x="4239254" y="-760350"/>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2" name="Google Shape;3702;p50"/>
          <p:cNvGrpSpPr/>
          <p:nvPr/>
        </p:nvGrpSpPr>
        <p:grpSpPr>
          <a:xfrm>
            <a:off x="2069705" y="1924003"/>
            <a:ext cx="1845485" cy="726522"/>
            <a:chOff x="3857800" y="1143286"/>
            <a:chExt cx="861089" cy="338989"/>
          </a:xfrm>
        </p:grpSpPr>
        <p:sp>
          <p:nvSpPr>
            <p:cNvPr id="3703" name="Google Shape;3703;p50"/>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50"/>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50"/>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50"/>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50"/>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50"/>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50"/>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50"/>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50"/>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50"/>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50"/>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50"/>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50"/>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50"/>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50"/>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50"/>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50"/>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50"/>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50"/>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50"/>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50"/>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50"/>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50"/>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6" name="Google Shape;3726;p50"/>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SYSTEM</a:t>
            </a:r>
            <a:endParaRPr/>
          </a:p>
        </p:txBody>
      </p:sp>
      <p:sp>
        <p:nvSpPr>
          <p:cNvPr id="3727" name="Google Shape;3727;p50"/>
          <p:cNvSpPr txBox="1"/>
          <p:nvPr>
            <p:ph idx="2" type="title"/>
          </p:nvPr>
        </p:nvSpPr>
        <p:spPr>
          <a:xfrm>
            <a:off x="1762697" y="2785700"/>
            <a:ext cx="23043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INCIDENT REPORTING</a:t>
            </a:r>
            <a:endParaRPr/>
          </a:p>
        </p:txBody>
      </p:sp>
      <p:sp>
        <p:nvSpPr>
          <p:cNvPr id="3728" name="Google Shape;3728;p50"/>
          <p:cNvSpPr txBox="1"/>
          <p:nvPr>
            <p:ph idx="1" type="subTitle"/>
          </p:nvPr>
        </p:nvSpPr>
        <p:spPr>
          <a:xfrm>
            <a:off x="1764947" y="3215250"/>
            <a:ext cx="2299800" cy="104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Users report suspicious emails/Whatsapp; system validates and updates risk scores.</a:t>
            </a:r>
            <a:endParaRPr/>
          </a:p>
        </p:txBody>
      </p:sp>
      <p:sp>
        <p:nvSpPr>
          <p:cNvPr id="3729" name="Google Shape;3729;p50"/>
          <p:cNvSpPr txBox="1"/>
          <p:nvPr>
            <p:ph idx="3" type="title"/>
          </p:nvPr>
        </p:nvSpPr>
        <p:spPr>
          <a:xfrm>
            <a:off x="4776900" y="2785700"/>
            <a:ext cx="31737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COMMUNICATION &amp; SUPPORT</a:t>
            </a:r>
            <a:endParaRPr/>
          </a:p>
        </p:txBody>
      </p:sp>
      <p:sp>
        <p:nvSpPr>
          <p:cNvPr id="3730" name="Google Shape;3730;p50"/>
          <p:cNvSpPr txBox="1"/>
          <p:nvPr>
            <p:ph idx="4" type="subTitle"/>
          </p:nvPr>
        </p:nvSpPr>
        <p:spPr>
          <a:xfrm>
            <a:off x="5157528" y="3215250"/>
            <a:ext cx="2299800" cy="104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System notifications and 24/7 AI chatbot assistance.</a:t>
            </a:r>
            <a:endParaRPr/>
          </a:p>
        </p:txBody>
      </p:sp>
      <p:pic>
        <p:nvPicPr>
          <p:cNvPr id="3731" name="Google Shape;3731;p50"/>
          <p:cNvPicPr preferRelativeResize="0"/>
          <p:nvPr/>
        </p:nvPicPr>
        <p:blipFill>
          <a:blip r:embed="rId3">
            <a:alphaModFix/>
          </a:blip>
          <a:stretch>
            <a:fillRect/>
          </a:stretch>
        </p:blipFill>
        <p:spPr>
          <a:xfrm>
            <a:off x="165249" y="111063"/>
            <a:ext cx="1096325" cy="786076"/>
          </a:xfrm>
          <a:prstGeom prst="rect">
            <a:avLst/>
          </a:prstGeom>
          <a:noFill/>
          <a:ln>
            <a:noFill/>
          </a:ln>
        </p:spPr>
      </p:pic>
      <p:sp>
        <p:nvSpPr>
          <p:cNvPr id="3732" name="Google Shape;3732;p50"/>
          <p:cNvSpPr/>
          <p:nvPr/>
        </p:nvSpPr>
        <p:spPr>
          <a:xfrm>
            <a:off x="2311252" y="1345394"/>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09</a:t>
            </a:r>
            <a:endParaRPr/>
          </a:p>
        </p:txBody>
      </p:sp>
      <p:sp>
        <p:nvSpPr>
          <p:cNvPr id="3733" name="Google Shape;3733;p50"/>
          <p:cNvSpPr/>
          <p:nvPr/>
        </p:nvSpPr>
        <p:spPr>
          <a:xfrm>
            <a:off x="5625552" y="1345394"/>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Alumni Sans Pinstripe"/>
                <a:ea typeface="Alumni Sans Pinstripe"/>
                <a:cs typeface="Alumni Sans Pinstripe"/>
                <a:sym typeface="Alumni Sans Pinstripe"/>
              </a:rPr>
              <a:t>10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7" name="Shape 3737"/>
        <p:cNvGrpSpPr/>
        <p:nvPr/>
      </p:nvGrpSpPr>
      <p:grpSpPr>
        <a:xfrm>
          <a:off x="0" y="0"/>
          <a:ext cx="0" cy="0"/>
          <a:chOff x="0" y="0"/>
          <a:chExt cx="0" cy="0"/>
        </a:xfrm>
      </p:grpSpPr>
      <p:sp>
        <p:nvSpPr>
          <p:cNvPr id="3738" name="Google Shape;3738;p51"/>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Alignment with UN Sustainable Development Goals (SDGs) </a:t>
            </a:r>
            <a:endParaRPr/>
          </a:p>
          <a:p>
            <a:pPr indent="0" lvl="0" marL="0" rtl="0" algn="ctr">
              <a:spcBef>
                <a:spcPts val="0"/>
              </a:spcBef>
              <a:spcAft>
                <a:spcPts val="0"/>
              </a:spcAft>
              <a:buNone/>
            </a:pPr>
            <a:r>
              <a:t/>
            </a:r>
            <a:endParaRPr/>
          </a:p>
        </p:txBody>
      </p:sp>
      <p:sp>
        <p:nvSpPr>
          <p:cNvPr id="3739" name="Google Shape;3739;p51"/>
          <p:cNvSpPr txBox="1"/>
          <p:nvPr>
            <p:ph idx="7" type="title"/>
          </p:nvPr>
        </p:nvSpPr>
        <p:spPr>
          <a:xfrm>
            <a:off x="2453075" y="3404050"/>
            <a:ext cx="1801200" cy="73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SDG 4: Quality Education</a:t>
            </a:r>
            <a:endParaRPr/>
          </a:p>
        </p:txBody>
      </p:sp>
      <p:sp>
        <p:nvSpPr>
          <p:cNvPr id="3740" name="Google Shape;3740;p51"/>
          <p:cNvSpPr txBox="1"/>
          <p:nvPr>
            <p:ph idx="9" type="title"/>
          </p:nvPr>
        </p:nvSpPr>
        <p:spPr>
          <a:xfrm>
            <a:off x="4889725" y="3227725"/>
            <a:ext cx="1801200" cy="12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SDG 9: Industry, Innovation, and Infrastructure</a:t>
            </a:r>
            <a:endParaRPr/>
          </a:p>
        </p:txBody>
      </p:sp>
      <p:sp>
        <p:nvSpPr>
          <p:cNvPr id="3741" name="Google Shape;3741;p51"/>
          <p:cNvSpPr/>
          <p:nvPr/>
        </p:nvSpPr>
        <p:spPr>
          <a:xfrm>
            <a:off x="2816802" y="1928169"/>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51"/>
          <p:cNvSpPr/>
          <p:nvPr/>
        </p:nvSpPr>
        <p:spPr>
          <a:xfrm>
            <a:off x="5186727" y="1928169"/>
            <a:ext cx="1207200" cy="1207500"/>
          </a:xfrm>
          <a:prstGeom prst="ellipse">
            <a:avLst/>
          </a:prstGeom>
          <a:gradFill>
            <a:gsLst>
              <a:gs pos="0">
                <a:schemeClr val="lt1"/>
              </a:gs>
              <a:gs pos="100000">
                <a:schemeClr val="dk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51"/>
          <p:cNvSpPr/>
          <p:nvPr/>
        </p:nvSpPr>
        <p:spPr>
          <a:xfrm>
            <a:off x="3156540" y="2268076"/>
            <a:ext cx="527715" cy="527700"/>
          </a:xfrm>
          <a:custGeom>
            <a:rect b="b" l="l" r="r" t="t"/>
            <a:pathLst>
              <a:path extrusionOk="0" h="9809" w="11967">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44" name="Google Shape;3744;p51"/>
          <p:cNvGrpSpPr/>
          <p:nvPr/>
        </p:nvGrpSpPr>
        <p:grpSpPr>
          <a:xfrm>
            <a:off x="5751085" y="2362887"/>
            <a:ext cx="315092" cy="359397"/>
            <a:chOff x="4017435" y="1499912"/>
            <a:chExt cx="315092" cy="359397"/>
          </a:xfrm>
        </p:grpSpPr>
        <p:sp>
          <p:nvSpPr>
            <p:cNvPr id="3745" name="Google Shape;3745;p51"/>
            <p:cNvSpPr/>
            <p:nvPr/>
          </p:nvSpPr>
          <p:spPr>
            <a:xfrm>
              <a:off x="4017816" y="1499912"/>
              <a:ext cx="314710" cy="359397"/>
            </a:xfrm>
            <a:custGeom>
              <a:rect b="b" l="l" r="r" t="t"/>
              <a:pathLst>
                <a:path extrusionOk="0" h="11300" w="9895">
                  <a:moveTo>
                    <a:pt x="4929" y="0"/>
                  </a:moveTo>
                  <a:cubicBezTo>
                    <a:pt x="4810" y="0"/>
                    <a:pt x="4691" y="24"/>
                    <a:pt x="4584" y="84"/>
                  </a:cubicBezTo>
                  <a:lnTo>
                    <a:pt x="4048" y="405"/>
                  </a:lnTo>
                  <a:cubicBezTo>
                    <a:pt x="3977" y="441"/>
                    <a:pt x="3941" y="548"/>
                    <a:pt x="3989" y="643"/>
                  </a:cubicBezTo>
                  <a:cubicBezTo>
                    <a:pt x="4022" y="693"/>
                    <a:pt x="4077" y="719"/>
                    <a:pt x="4140" y="719"/>
                  </a:cubicBezTo>
                  <a:cubicBezTo>
                    <a:pt x="4168" y="719"/>
                    <a:pt x="4197" y="714"/>
                    <a:pt x="4227" y="703"/>
                  </a:cubicBezTo>
                  <a:lnTo>
                    <a:pt x="4763" y="381"/>
                  </a:lnTo>
                  <a:cubicBezTo>
                    <a:pt x="4816" y="352"/>
                    <a:pt x="4876" y="337"/>
                    <a:pt x="4935" y="337"/>
                  </a:cubicBezTo>
                  <a:cubicBezTo>
                    <a:pt x="4995" y="337"/>
                    <a:pt x="5054" y="352"/>
                    <a:pt x="5108" y="381"/>
                  </a:cubicBezTo>
                  <a:lnTo>
                    <a:pt x="9335" y="2822"/>
                  </a:lnTo>
                  <a:cubicBezTo>
                    <a:pt x="9346" y="2846"/>
                    <a:pt x="9358" y="2846"/>
                    <a:pt x="9370" y="2858"/>
                  </a:cubicBezTo>
                  <a:lnTo>
                    <a:pt x="4941" y="5382"/>
                  </a:lnTo>
                  <a:lnTo>
                    <a:pt x="4298" y="5013"/>
                  </a:lnTo>
                  <a:cubicBezTo>
                    <a:pt x="4276" y="4998"/>
                    <a:pt x="4250" y="4991"/>
                    <a:pt x="4223" y="4991"/>
                  </a:cubicBezTo>
                  <a:cubicBezTo>
                    <a:pt x="4165" y="4991"/>
                    <a:pt x="4105" y="5023"/>
                    <a:pt x="4072" y="5072"/>
                  </a:cubicBezTo>
                  <a:cubicBezTo>
                    <a:pt x="4036" y="5144"/>
                    <a:pt x="4060" y="5251"/>
                    <a:pt x="4132" y="5299"/>
                  </a:cubicBezTo>
                  <a:lnTo>
                    <a:pt x="4774" y="5668"/>
                  </a:lnTo>
                  <a:lnTo>
                    <a:pt x="4774" y="10823"/>
                  </a:lnTo>
                  <a:lnTo>
                    <a:pt x="488" y="8347"/>
                  </a:lnTo>
                  <a:cubicBezTo>
                    <a:pt x="381" y="8287"/>
                    <a:pt x="322" y="8180"/>
                    <a:pt x="322" y="8073"/>
                  </a:cubicBezTo>
                  <a:lnTo>
                    <a:pt x="322" y="7704"/>
                  </a:lnTo>
                  <a:cubicBezTo>
                    <a:pt x="322" y="7620"/>
                    <a:pt x="250" y="7537"/>
                    <a:pt x="167" y="7537"/>
                  </a:cubicBezTo>
                  <a:cubicBezTo>
                    <a:pt x="72" y="7537"/>
                    <a:pt x="0" y="7620"/>
                    <a:pt x="0" y="7704"/>
                  </a:cubicBezTo>
                  <a:lnTo>
                    <a:pt x="0" y="8073"/>
                  </a:lnTo>
                  <a:cubicBezTo>
                    <a:pt x="0" y="8323"/>
                    <a:pt x="119" y="8525"/>
                    <a:pt x="322" y="8644"/>
                  </a:cubicBezTo>
                  <a:lnTo>
                    <a:pt x="4870" y="11264"/>
                  </a:lnTo>
                  <a:cubicBezTo>
                    <a:pt x="4894" y="11276"/>
                    <a:pt x="4929" y="11299"/>
                    <a:pt x="4953" y="11299"/>
                  </a:cubicBezTo>
                  <a:cubicBezTo>
                    <a:pt x="4989" y="11299"/>
                    <a:pt x="5013" y="11276"/>
                    <a:pt x="5048" y="11264"/>
                  </a:cubicBezTo>
                  <a:lnTo>
                    <a:pt x="6715" y="10311"/>
                  </a:lnTo>
                  <a:cubicBezTo>
                    <a:pt x="6787" y="10263"/>
                    <a:pt x="6810" y="10168"/>
                    <a:pt x="6775" y="10073"/>
                  </a:cubicBezTo>
                  <a:cubicBezTo>
                    <a:pt x="6742" y="10024"/>
                    <a:pt x="6681" y="9992"/>
                    <a:pt x="6620" y="9992"/>
                  </a:cubicBezTo>
                  <a:cubicBezTo>
                    <a:pt x="6591" y="9992"/>
                    <a:pt x="6563" y="9999"/>
                    <a:pt x="6537" y="10013"/>
                  </a:cubicBezTo>
                  <a:lnTo>
                    <a:pt x="5120" y="10835"/>
                  </a:lnTo>
                  <a:lnTo>
                    <a:pt x="5120" y="5680"/>
                  </a:lnTo>
                  <a:lnTo>
                    <a:pt x="9549" y="3155"/>
                  </a:lnTo>
                  <a:lnTo>
                    <a:pt x="9549" y="3167"/>
                  </a:lnTo>
                  <a:lnTo>
                    <a:pt x="9549" y="3179"/>
                  </a:lnTo>
                  <a:lnTo>
                    <a:pt x="9549" y="3215"/>
                  </a:lnTo>
                  <a:lnTo>
                    <a:pt x="9549" y="8108"/>
                  </a:lnTo>
                  <a:cubicBezTo>
                    <a:pt x="9549" y="8228"/>
                    <a:pt x="9489" y="8335"/>
                    <a:pt x="9394" y="8382"/>
                  </a:cubicBezTo>
                  <a:lnTo>
                    <a:pt x="7096" y="9704"/>
                  </a:lnTo>
                  <a:cubicBezTo>
                    <a:pt x="7025" y="9752"/>
                    <a:pt x="6989" y="9847"/>
                    <a:pt x="7037" y="9942"/>
                  </a:cubicBezTo>
                  <a:cubicBezTo>
                    <a:pt x="7069" y="9991"/>
                    <a:pt x="7130" y="10023"/>
                    <a:pt x="7192" y="10023"/>
                  </a:cubicBezTo>
                  <a:cubicBezTo>
                    <a:pt x="7220" y="10023"/>
                    <a:pt x="7249" y="10017"/>
                    <a:pt x="7275" y="10002"/>
                  </a:cubicBezTo>
                  <a:lnTo>
                    <a:pt x="9573" y="8680"/>
                  </a:lnTo>
                  <a:cubicBezTo>
                    <a:pt x="9775" y="8561"/>
                    <a:pt x="9894" y="8347"/>
                    <a:pt x="9894" y="8108"/>
                  </a:cubicBezTo>
                  <a:lnTo>
                    <a:pt x="9894" y="3215"/>
                  </a:lnTo>
                  <a:cubicBezTo>
                    <a:pt x="9882" y="3060"/>
                    <a:pt x="9847" y="2929"/>
                    <a:pt x="9775" y="2810"/>
                  </a:cubicBezTo>
                  <a:cubicBezTo>
                    <a:pt x="9704" y="2691"/>
                    <a:pt x="9608" y="2608"/>
                    <a:pt x="9489" y="2524"/>
                  </a:cubicBezTo>
                  <a:lnTo>
                    <a:pt x="5263" y="84"/>
                  </a:lnTo>
                  <a:cubicBezTo>
                    <a:pt x="5167" y="24"/>
                    <a:pt x="5048" y="0"/>
                    <a:pt x="49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51"/>
            <p:cNvSpPr/>
            <p:nvPr/>
          </p:nvSpPr>
          <p:spPr>
            <a:xfrm>
              <a:off x="4017435" y="1522302"/>
              <a:ext cx="121591" cy="207114"/>
            </a:xfrm>
            <a:custGeom>
              <a:rect b="b" l="l" r="r" t="t"/>
              <a:pathLst>
                <a:path extrusionOk="0" h="6512" w="3823">
                  <a:moveTo>
                    <a:pt x="3552" y="1"/>
                  </a:moveTo>
                  <a:cubicBezTo>
                    <a:pt x="3525" y="1"/>
                    <a:pt x="3499" y="8"/>
                    <a:pt x="3477" y="23"/>
                  </a:cubicBezTo>
                  <a:lnTo>
                    <a:pt x="429" y="1809"/>
                  </a:lnTo>
                  <a:cubicBezTo>
                    <a:pt x="298" y="1880"/>
                    <a:pt x="191" y="1987"/>
                    <a:pt x="119" y="2118"/>
                  </a:cubicBezTo>
                  <a:cubicBezTo>
                    <a:pt x="36" y="2261"/>
                    <a:pt x="0" y="2404"/>
                    <a:pt x="0" y="2559"/>
                  </a:cubicBezTo>
                  <a:lnTo>
                    <a:pt x="0" y="6345"/>
                  </a:lnTo>
                  <a:cubicBezTo>
                    <a:pt x="0" y="6440"/>
                    <a:pt x="72" y="6512"/>
                    <a:pt x="155" y="6512"/>
                  </a:cubicBezTo>
                  <a:cubicBezTo>
                    <a:pt x="250" y="6512"/>
                    <a:pt x="322" y="6440"/>
                    <a:pt x="322" y="6345"/>
                  </a:cubicBezTo>
                  <a:lnTo>
                    <a:pt x="322" y="2559"/>
                  </a:lnTo>
                  <a:lnTo>
                    <a:pt x="322" y="2511"/>
                  </a:lnTo>
                  <a:lnTo>
                    <a:pt x="322" y="2487"/>
                  </a:lnTo>
                  <a:lnTo>
                    <a:pt x="322" y="2451"/>
                  </a:lnTo>
                  <a:lnTo>
                    <a:pt x="3524" y="4273"/>
                  </a:lnTo>
                  <a:cubicBezTo>
                    <a:pt x="3550" y="4290"/>
                    <a:pt x="3580" y="4298"/>
                    <a:pt x="3610" y="4298"/>
                  </a:cubicBezTo>
                  <a:cubicBezTo>
                    <a:pt x="3664" y="4298"/>
                    <a:pt x="3720" y="4272"/>
                    <a:pt x="3751" y="4226"/>
                  </a:cubicBezTo>
                  <a:cubicBezTo>
                    <a:pt x="3822" y="4130"/>
                    <a:pt x="3810" y="4023"/>
                    <a:pt x="3715" y="3987"/>
                  </a:cubicBezTo>
                  <a:lnTo>
                    <a:pt x="512" y="2154"/>
                  </a:lnTo>
                  <a:cubicBezTo>
                    <a:pt x="548" y="2142"/>
                    <a:pt x="560" y="2106"/>
                    <a:pt x="595" y="2094"/>
                  </a:cubicBezTo>
                  <a:lnTo>
                    <a:pt x="3643" y="320"/>
                  </a:lnTo>
                  <a:cubicBezTo>
                    <a:pt x="3715" y="273"/>
                    <a:pt x="3751" y="177"/>
                    <a:pt x="3703" y="82"/>
                  </a:cubicBezTo>
                  <a:cubicBezTo>
                    <a:pt x="3670" y="33"/>
                    <a:pt x="3610" y="1"/>
                    <a:pt x="35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7" name="Google Shape;3747;p51"/>
          <p:cNvGrpSpPr/>
          <p:nvPr/>
        </p:nvGrpSpPr>
        <p:grpSpPr>
          <a:xfrm>
            <a:off x="5581197" y="2447037"/>
            <a:ext cx="315092" cy="359397"/>
            <a:chOff x="4017435" y="1499912"/>
            <a:chExt cx="315092" cy="359397"/>
          </a:xfrm>
        </p:grpSpPr>
        <p:sp>
          <p:nvSpPr>
            <p:cNvPr id="3748" name="Google Shape;3748;p51"/>
            <p:cNvSpPr/>
            <p:nvPr/>
          </p:nvSpPr>
          <p:spPr>
            <a:xfrm>
              <a:off x="4017816" y="1499912"/>
              <a:ext cx="314710" cy="359397"/>
            </a:xfrm>
            <a:custGeom>
              <a:rect b="b" l="l" r="r" t="t"/>
              <a:pathLst>
                <a:path extrusionOk="0" h="11300" w="9895">
                  <a:moveTo>
                    <a:pt x="4929" y="0"/>
                  </a:moveTo>
                  <a:cubicBezTo>
                    <a:pt x="4810" y="0"/>
                    <a:pt x="4691" y="24"/>
                    <a:pt x="4584" y="84"/>
                  </a:cubicBezTo>
                  <a:lnTo>
                    <a:pt x="4048" y="405"/>
                  </a:lnTo>
                  <a:cubicBezTo>
                    <a:pt x="3977" y="441"/>
                    <a:pt x="3941" y="548"/>
                    <a:pt x="3989" y="643"/>
                  </a:cubicBezTo>
                  <a:cubicBezTo>
                    <a:pt x="4022" y="693"/>
                    <a:pt x="4077" y="719"/>
                    <a:pt x="4140" y="719"/>
                  </a:cubicBezTo>
                  <a:cubicBezTo>
                    <a:pt x="4168" y="719"/>
                    <a:pt x="4197" y="714"/>
                    <a:pt x="4227" y="703"/>
                  </a:cubicBezTo>
                  <a:lnTo>
                    <a:pt x="4763" y="381"/>
                  </a:lnTo>
                  <a:cubicBezTo>
                    <a:pt x="4816" y="352"/>
                    <a:pt x="4876" y="337"/>
                    <a:pt x="4935" y="337"/>
                  </a:cubicBezTo>
                  <a:cubicBezTo>
                    <a:pt x="4995" y="337"/>
                    <a:pt x="5054" y="352"/>
                    <a:pt x="5108" y="381"/>
                  </a:cubicBezTo>
                  <a:lnTo>
                    <a:pt x="9335" y="2822"/>
                  </a:lnTo>
                  <a:cubicBezTo>
                    <a:pt x="9346" y="2846"/>
                    <a:pt x="9358" y="2846"/>
                    <a:pt x="9370" y="2858"/>
                  </a:cubicBezTo>
                  <a:lnTo>
                    <a:pt x="4941" y="5382"/>
                  </a:lnTo>
                  <a:lnTo>
                    <a:pt x="4298" y="5013"/>
                  </a:lnTo>
                  <a:cubicBezTo>
                    <a:pt x="4276" y="4998"/>
                    <a:pt x="4250" y="4991"/>
                    <a:pt x="4223" y="4991"/>
                  </a:cubicBezTo>
                  <a:cubicBezTo>
                    <a:pt x="4165" y="4991"/>
                    <a:pt x="4105" y="5023"/>
                    <a:pt x="4072" y="5072"/>
                  </a:cubicBezTo>
                  <a:cubicBezTo>
                    <a:pt x="4036" y="5144"/>
                    <a:pt x="4060" y="5251"/>
                    <a:pt x="4132" y="5299"/>
                  </a:cubicBezTo>
                  <a:lnTo>
                    <a:pt x="4774" y="5668"/>
                  </a:lnTo>
                  <a:lnTo>
                    <a:pt x="4774" y="10823"/>
                  </a:lnTo>
                  <a:lnTo>
                    <a:pt x="488" y="8347"/>
                  </a:lnTo>
                  <a:cubicBezTo>
                    <a:pt x="381" y="8287"/>
                    <a:pt x="322" y="8180"/>
                    <a:pt x="322" y="8073"/>
                  </a:cubicBezTo>
                  <a:lnTo>
                    <a:pt x="322" y="7704"/>
                  </a:lnTo>
                  <a:cubicBezTo>
                    <a:pt x="322" y="7620"/>
                    <a:pt x="250" y="7537"/>
                    <a:pt x="167" y="7537"/>
                  </a:cubicBezTo>
                  <a:cubicBezTo>
                    <a:pt x="72" y="7537"/>
                    <a:pt x="0" y="7620"/>
                    <a:pt x="0" y="7704"/>
                  </a:cubicBezTo>
                  <a:lnTo>
                    <a:pt x="0" y="8073"/>
                  </a:lnTo>
                  <a:cubicBezTo>
                    <a:pt x="0" y="8323"/>
                    <a:pt x="119" y="8525"/>
                    <a:pt x="322" y="8644"/>
                  </a:cubicBezTo>
                  <a:lnTo>
                    <a:pt x="4870" y="11264"/>
                  </a:lnTo>
                  <a:cubicBezTo>
                    <a:pt x="4894" y="11276"/>
                    <a:pt x="4929" y="11299"/>
                    <a:pt x="4953" y="11299"/>
                  </a:cubicBezTo>
                  <a:cubicBezTo>
                    <a:pt x="4989" y="11299"/>
                    <a:pt x="5013" y="11276"/>
                    <a:pt x="5048" y="11264"/>
                  </a:cubicBezTo>
                  <a:lnTo>
                    <a:pt x="6715" y="10311"/>
                  </a:lnTo>
                  <a:cubicBezTo>
                    <a:pt x="6787" y="10263"/>
                    <a:pt x="6810" y="10168"/>
                    <a:pt x="6775" y="10073"/>
                  </a:cubicBezTo>
                  <a:cubicBezTo>
                    <a:pt x="6742" y="10024"/>
                    <a:pt x="6681" y="9992"/>
                    <a:pt x="6620" y="9992"/>
                  </a:cubicBezTo>
                  <a:cubicBezTo>
                    <a:pt x="6591" y="9992"/>
                    <a:pt x="6563" y="9999"/>
                    <a:pt x="6537" y="10013"/>
                  </a:cubicBezTo>
                  <a:lnTo>
                    <a:pt x="5120" y="10835"/>
                  </a:lnTo>
                  <a:lnTo>
                    <a:pt x="5120" y="5680"/>
                  </a:lnTo>
                  <a:lnTo>
                    <a:pt x="9549" y="3155"/>
                  </a:lnTo>
                  <a:lnTo>
                    <a:pt x="9549" y="3167"/>
                  </a:lnTo>
                  <a:lnTo>
                    <a:pt x="9549" y="3179"/>
                  </a:lnTo>
                  <a:lnTo>
                    <a:pt x="9549" y="3215"/>
                  </a:lnTo>
                  <a:lnTo>
                    <a:pt x="9549" y="8108"/>
                  </a:lnTo>
                  <a:cubicBezTo>
                    <a:pt x="9549" y="8228"/>
                    <a:pt x="9489" y="8335"/>
                    <a:pt x="9394" y="8382"/>
                  </a:cubicBezTo>
                  <a:lnTo>
                    <a:pt x="7096" y="9704"/>
                  </a:lnTo>
                  <a:cubicBezTo>
                    <a:pt x="7025" y="9752"/>
                    <a:pt x="6989" y="9847"/>
                    <a:pt x="7037" y="9942"/>
                  </a:cubicBezTo>
                  <a:cubicBezTo>
                    <a:pt x="7069" y="9991"/>
                    <a:pt x="7130" y="10023"/>
                    <a:pt x="7192" y="10023"/>
                  </a:cubicBezTo>
                  <a:cubicBezTo>
                    <a:pt x="7220" y="10023"/>
                    <a:pt x="7249" y="10017"/>
                    <a:pt x="7275" y="10002"/>
                  </a:cubicBezTo>
                  <a:lnTo>
                    <a:pt x="9573" y="8680"/>
                  </a:lnTo>
                  <a:cubicBezTo>
                    <a:pt x="9775" y="8561"/>
                    <a:pt x="9894" y="8347"/>
                    <a:pt x="9894" y="8108"/>
                  </a:cubicBezTo>
                  <a:lnTo>
                    <a:pt x="9894" y="3215"/>
                  </a:lnTo>
                  <a:cubicBezTo>
                    <a:pt x="9882" y="3060"/>
                    <a:pt x="9847" y="2929"/>
                    <a:pt x="9775" y="2810"/>
                  </a:cubicBezTo>
                  <a:cubicBezTo>
                    <a:pt x="9704" y="2691"/>
                    <a:pt x="9608" y="2608"/>
                    <a:pt x="9489" y="2524"/>
                  </a:cubicBezTo>
                  <a:lnTo>
                    <a:pt x="5263" y="84"/>
                  </a:lnTo>
                  <a:cubicBezTo>
                    <a:pt x="5167" y="24"/>
                    <a:pt x="5048" y="0"/>
                    <a:pt x="49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51"/>
            <p:cNvSpPr/>
            <p:nvPr/>
          </p:nvSpPr>
          <p:spPr>
            <a:xfrm>
              <a:off x="4017435" y="1522302"/>
              <a:ext cx="121591" cy="207114"/>
            </a:xfrm>
            <a:custGeom>
              <a:rect b="b" l="l" r="r" t="t"/>
              <a:pathLst>
                <a:path extrusionOk="0" h="6512" w="3823">
                  <a:moveTo>
                    <a:pt x="3552" y="1"/>
                  </a:moveTo>
                  <a:cubicBezTo>
                    <a:pt x="3525" y="1"/>
                    <a:pt x="3499" y="8"/>
                    <a:pt x="3477" y="23"/>
                  </a:cubicBezTo>
                  <a:lnTo>
                    <a:pt x="429" y="1809"/>
                  </a:lnTo>
                  <a:cubicBezTo>
                    <a:pt x="298" y="1880"/>
                    <a:pt x="191" y="1987"/>
                    <a:pt x="119" y="2118"/>
                  </a:cubicBezTo>
                  <a:cubicBezTo>
                    <a:pt x="36" y="2261"/>
                    <a:pt x="0" y="2404"/>
                    <a:pt x="0" y="2559"/>
                  </a:cubicBezTo>
                  <a:lnTo>
                    <a:pt x="0" y="6345"/>
                  </a:lnTo>
                  <a:cubicBezTo>
                    <a:pt x="0" y="6440"/>
                    <a:pt x="72" y="6512"/>
                    <a:pt x="155" y="6512"/>
                  </a:cubicBezTo>
                  <a:cubicBezTo>
                    <a:pt x="250" y="6512"/>
                    <a:pt x="322" y="6440"/>
                    <a:pt x="322" y="6345"/>
                  </a:cubicBezTo>
                  <a:lnTo>
                    <a:pt x="322" y="2559"/>
                  </a:lnTo>
                  <a:lnTo>
                    <a:pt x="322" y="2511"/>
                  </a:lnTo>
                  <a:lnTo>
                    <a:pt x="322" y="2487"/>
                  </a:lnTo>
                  <a:lnTo>
                    <a:pt x="322" y="2451"/>
                  </a:lnTo>
                  <a:lnTo>
                    <a:pt x="3524" y="4273"/>
                  </a:lnTo>
                  <a:cubicBezTo>
                    <a:pt x="3550" y="4290"/>
                    <a:pt x="3580" y="4298"/>
                    <a:pt x="3610" y="4298"/>
                  </a:cubicBezTo>
                  <a:cubicBezTo>
                    <a:pt x="3664" y="4298"/>
                    <a:pt x="3720" y="4272"/>
                    <a:pt x="3751" y="4226"/>
                  </a:cubicBezTo>
                  <a:cubicBezTo>
                    <a:pt x="3822" y="4130"/>
                    <a:pt x="3810" y="4023"/>
                    <a:pt x="3715" y="3987"/>
                  </a:cubicBezTo>
                  <a:lnTo>
                    <a:pt x="512" y="2154"/>
                  </a:lnTo>
                  <a:cubicBezTo>
                    <a:pt x="548" y="2142"/>
                    <a:pt x="560" y="2106"/>
                    <a:pt x="595" y="2094"/>
                  </a:cubicBezTo>
                  <a:lnTo>
                    <a:pt x="3643" y="320"/>
                  </a:lnTo>
                  <a:cubicBezTo>
                    <a:pt x="3715" y="273"/>
                    <a:pt x="3751" y="177"/>
                    <a:pt x="3703" y="82"/>
                  </a:cubicBezTo>
                  <a:cubicBezTo>
                    <a:pt x="3670" y="33"/>
                    <a:pt x="3610" y="1"/>
                    <a:pt x="35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51"/>
          <p:cNvGrpSpPr/>
          <p:nvPr/>
        </p:nvGrpSpPr>
        <p:grpSpPr>
          <a:xfrm>
            <a:off x="5651397" y="2257437"/>
            <a:ext cx="315092" cy="359397"/>
            <a:chOff x="4017435" y="1499912"/>
            <a:chExt cx="315092" cy="359397"/>
          </a:xfrm>
        </p:grpSpPr>
        <p:sp>
          <p:nvSpPr>
            <p:cNvPr id="3751" name="Google Shape;3751;p51"/>
            <p:cNvSpPr/>
            <p:nvPr/>
          </p:nvSpPr>
          <p:spPr>
            <a:xfrm>
              <a:off x="4017816" y="1499912"/>
              <a:ext cx="314710" cy="359397"/>
            </a:xfrm>
            <a:custGeom>
              <a:rect b="b" l="l" r="r" t="t"/>
              <a:pathLst>
                <a:path extrusionOk="0" h="11300" w="9895">
                  <a:moveTo>
                    <a:pt x="4929" y="0"/>
                  </a:moveTo>
                  <a:cubicBezTo>
                    <a:pt x="4810" y="0"/>
                    <a:pt x="4691" y="24"/>
                    <a:pt x="4584" y="84"/>
                  </a:cubicBezTo>
                  <a:lnTo>
                    <a:pt x="4048" y="405"/>
                  </a:lnTo>
                  <a:cubicBezTo>
                    <a:pt x="3977" y="441"/>
                    <a:pt x="3941" y="548"/>
                    <a:pt x="3989" y="643"/>
                  </a:cubicBezTo>
                  <a:cubicBezTo>
                    <a:pt x="4022" y="693"/>
                    <a:pt x="4077" y="719"/>
                    <a:pt x="4140" y="719"/>
                  </a:cubicBezTo>
                  <a:cubicBezTo>
                    <a:pt x="4168" y="719"/>
                    <a:pt x="4197" y="714"/>
                    <a:pt x="4227" y="703"/>
                  </a:cubicBezTo>
                  <a:lnTo>
                    <a:pt x="4763" y="381"/>
                  </a:lnTo>
                  <a:cubicBezTo>
                    <a:pt x="4816" y="352"/>
                    <a:pt x="4876" y="337"/>
                    <a:pt x="4935" y="337"/>
                  </a:cubicBezTo>
                  <a:cubicBezTo>
                    <a:pt x="4995" y="337"/>
                    <a:pt x="5054" y="352"/>
                    <a:pt x="5108" y="381"/>
                  </a:cubicBezTo>
                  <a:lnTo>
                    <a:pt x="9335" y="2822"/>
                  </a:lnTo>
                  <a:cubicBezTo>
                    <a:pt x="9346" y="2846"/>
                    <a:pt x="9358" y="2846"/>
                    <a:pt x="9370" y="2858"/>
                  </a:cubicBezTo>
                  <a:lnTo>
                    <a:pt x="4941" y="5382"/>
                  </a:lnTo>
                  <a:lnTo>
                    <a:pt x="4298" y="5013"/>
                  </a:lnTo>
                  <a:cubicBezTo>
                    <a:pt x="4276" y="4998"/>
                    <a:pt x="4250" y="4991"/>
                    <a:pt x="4223" y="4991"/>
                  </a:cubicBezTo>
                  <a:cubicBezTo>
                    <a:pt x="4165" y="4991"/>
                    <a:pt x="4105" y="5023"/>
                    <a:pt x="4072" y="5072"/>
                  </a:cubicBezTo>
                  <a:cubicBezTo>
                    <a:pt x="4036" y="5144"/>
                    <a:pt x="4060" y="5251"/>
                    <a:pt x="4132" y="5299"/>
                  </a:cubicBezTo>
                  <a:lnTo>
                    <a:pt x="4774" y="5668"/>
                  </a:lnTo>
                  <a:lnTo>
                    <a:pt x="4774" y="10823"/>
                  </a:lnTo>
                  <a:lnTo>
                    <a:pt x="488" y="8347"/>
                  </a:lnTo>
                  <a:cubicBezTo>
                    <a:pt x="381" y="8287"/>
                    <a:pt x="322" y="8180"/>
                    <a:pt x="322" y="8073"/>
                  </a:cubicBezTo>
                  <a:lnTo>
                    <a:pt x="322" y="7704"/>
                  </a:lnTo>
                  <a:cubicBezTo>
                    <a:pt x="322" y="7620"/>
                    <a:pt x="250" y="7537"/>
                    <a:pt x="167" y="7537"/>
                  </a:cubicBezTo>
                  <a:cubicBezTo>
                    <a:pt x="72" y="7537"/>
                    <a:pt x="0" y="7620"/>
                    <a:pt x="0" y="7704"/>
                  </a:cubicBezTo>
                  <a:lnTo>
                    <a:pt x="0" y="8073"/>
                  </a:lnTo>
                  <a:cubicBezTo>
                    <a:pt x="0" y="8323"/>
                    <a:pt x="119" y="8525"/>
                    <a:pt x="322" y="8644"/>
                  </a:cubicBezTo>
                  <a:lnTo>
                    <a:pt x="4870" y="11264"/>
                  </a:lnTo>
                  <a:cubicBezTo>
                    <a:pt x="4894" y="11276"/>
                    <a:pt x="4929" y="11299"/>
                    <a:pt x="4953" y="11299"/>
                  </a:cubicBezTo>
                  <a:cubicBezTo>
                    <a:pt x="4989" y="11299"/>
                    <a:pt x="5013" y="11276"/>
                    <a:pt x="5048" y="11264"/>
                  </a:cubicBezTo>
                  <a:lnTo>
                    <a:pt x="6715" y="10311"/>
                  </a:lnTo>
                  <a:cubicBezTo>
                    <a:pt x="6787" y="10263"/>
                    <a:pt x="6810" y="10168"/>
                    <a:pt x="6775" y="10073"/>
                  </a:cubicBezTo>
                  <a:cubicBezTo>
                    <a:pt x="6742" y="10024"/>
                    <a:pt x="6681" y="9992"/>
                    <a:pt x="6620" y="9992"/>
                  </a:cubicBezTo>
                  <a:cubicBezTo>
                    <a:pt x="6591" y="9992"/>
                    <a:pt x="6563" y="9999"/>
                    <a:pt x="6537" y="10013"/>
                  </a:cubicBezTo>
                  <a:lnTo>
                    <a:pt x="5120" y="10835"/>
                  </a:lnTo>
                  <a:lnTo>
                    <a:pt x="5120" y="5680"/>
                  </a:lnTo>
                  <a:lnTo>
                    <a:pt x="9549" y="3155"/>
                  </a:lnTo>
                  <a:lnTo>
                    <a:pt x="9549" y="3167"/>
                  </a:lnTo>
                  <a:lnTo>
                    <a:pt x="9549" y="3179"/>
                  </a:lnTo>
                  <a:lnTo>
                    <a:pt x="9549" y="3215"/>
                  </a:lnTo>
                  <a:lnTo>
                    <a:pt x="9549" y="8108"/>
                  </a:lnTo>
                  <a:cubicBezTo>
                    <a:pt x="9549" y="8228"/>
                    <a:pt x="9489" y="8335"/>
                    <a:pt x="9394" y="8382"/>
                  </a:cubicBezTo>
                  <a:lnTo>
                    <a:pt x="7096" y="9704"/>
                  </a:lnTo>
                  <a:cubicBezTo>
                    <a:pt x="7025" y="9752"/>
                    <a:pt x="6989" y="9847"/>
                    <a:pt x="7037" y="9942"/>
                  </a:cubicBezTo>
                  <a:cubicBezTo>
                    <a:pt x="7069" y="9991"/>
                    <a:pt x="7130" y="10023"/>
                    <a:pt x="7192" y="10023"/>
                  </a:cubicBezTo>
                  <a:cubicBezTo>
                    <a:pt x="7220" y="10023"/>
                    <a:pt x="7249" y="10017"/>
                    <a:pt x="7275" y="10002"/>
                  </a:cubicBezTo>
                  <a:lnTo>
                    <a:pt x="9573" y="8680"/>
                  </a:lnTo>
                  <a:cubicBezTo>
                    <a:pt x="9775" y="8561"/>
                    <a:pt x="9894" y="8347"/>
                    <a:pt x="9894" y="8108"/>
                  </a:cubicBezTo>
                  <a:lnTo>
                    <a:pt x="9894" y="3215"/>
                  </a:lnTo>
                  <a:cubicBezTo>
                    <a:pt x="9882" y="3060"/>
                    <a:pt x="9847" y="2929"/>
                    <a:pt x="9775" y="2810"/>
                  </a:cubicBezTo>
                  <a:cubicBezTo>
                    <a:pt x="9704" y="2691"/>
                    <a:pt x="9608" y="2608"/>
                    <a:pt x="9489" y="2524"/>
                  </a:cubicBezTo>
                  <a:lnTo>
                    <a:pt x="5263" y="84"/>
                  </a:lnTo>
                  <a:cubicBezTo>
                    <a:pt x="5167" y="24"/>
                    <a:pt x="5048" y="0"/>
                    <a:pt x="49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51"/>
            <p:cNvSpPr/>
            <p:nvPr/>
          </p:nvSpPr>
          <p:spPr>
            <a:xfrm>
              <a:off x="4017435" y="1522302"/>
              <a:ext cx="121591" cy="207114"/>
            </a:xfrm>
            <a:custGeom>
              <a:rect b="b" l="l" r="r" t="t"/>
              <a:pathLst>
                <a:path extrusionOk="0" h="6512" w="3823">
                  <a:moveTo>
                    <a:pt x="3552" y="1"/>
                  </a:moveTo>
                  <a:cubicBezTo>
                    <a:pt x="3525" y="1"/>
                    <a:pt x="3499" y="8"/>
                    <a:pt x="3477" y="23"/>
                  </a:cubicBezTo>
                  <a:lnTo>
                    <a:pt x="429" y="1809"/>
                  </a:lnTo>
                  <a:cubicBezTo>
                    <a:pt x="298" y="1880"/>
                    <a:pt x="191" y="1987"/>
                    <a:pt x="119" y="2118"/>
                  </a:cubicBezTo>
                  <a:cubicBezTo>
                    <a:pt x="36" y="2261"/>
                    <a:pt x="0" y="2404"/>
                    <a:pt x="0" y="2559"/>
                  </a:cubicBezTo>
                  <a:lnTo>
                    <a:pt x="0" y="6345"/>
                  </a:lnTo>
                  <a:cubicBezTo>
                    <a:pt x="0" y="6440"/>
                    <a:pt x="72" y="6512"/>
                    <a:pt x="155" y="6512"/>
                  </a:cubicBezTo>
                  <a:cubicBezTo>
                    <a:pt x="250" y="6512"/>
                    <a:pt x="322" y="6440"/>
                    <a:pt x="322" y="6345"/>
                  </a:cubicBezTo>
                  <a:lnTo>
                    <a:pt x="322" y="2559"/>
                  </a:lnTo>
                  <a:lnTo>
                    <a:pt x="322" y="2511"/>
                  </a:lnTo>
                  <a:lnTo>
                    <a:pt x="322" y="2487"/>
                  </a:lnTo>
                  <a:lnTo>
                    <a:pt x="322" y="2451"/>
                  </a:lnTo>
                  <a:lnTo>
                    <a:pt x="3524" y="4273"/>
                  </a:lnTo>
                  <a:cubicBezTo>
                    <a:pt x="3550" y="4290"/>
                    <a:pt x="3580" y="4298"/>
                    <a:pt x="3610" y="4298"/>
                  </a:cubicBezTo>
                  <a:cubicBezTo>
                    <a:pt x="3664" y="4298"/>
                    <a:pt x="3720" y="4272"/>
                    <a:pt x="3751" y="4226"/>
                  </a:cubicBezTo>
                  <a:cubicBezTo>
                    <a:pt x="3822" y="4130"/>
                    <a:pt x="3810" y="4023"/>
                    <a:pt x="3715" y="3987"/>
                  </a:cubicBezTo>
                  <a:lnTo>
                    <a:pt x="512" y="2154"/>
                  </a:lnTo>
                  <a:cubicBezTo>
                    <a:pt x="548" y="2142"/>
                    <a:pt x="560" y="2106"/>
                    <a:pt x="595" y="2094"/>
                  </a:cubicBezTo>
                  <a:lnTo>
                    <a:pt x="3643" y="320"/>
                  </a:lnTo>
                  <a:cubicBezTo>
                    <a:pt x="3715" y="273"/>
                    <a:pt x="3751" y="177"/>
                    <a:pt x="3703" y="82"/>
                  </a:cubicBezTo>
                  <a:cubicBezTo>
                    <a:pt x="3670" y="33"/>
                    <a:pt x="3610" y="1"/>
                    <a:pt x="35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6" name="Shape 3756"/>
        <p:cNvGrpSpPr/>
        <p:nvPr/>
      </p:nvGrpSpPr>
      <p:grpSpPr>
        <a:xfrm>
          <a:off x="0" y="0"/>
          <a:ext cx="0" cy="0"/>
          <a:chOff x="0" y="0"/>
          <a:chExt cx="0" cy="0"/>
        </a:xfrm>
      </p:grpSpPr>
      <p:grpSp>
        <p:nvGrpSpPr>
          <p:cNvPr id="3757" name="Google Shape;3757;p52"/>
          <p:cNvGrpSpPr/>
          <p:nvPr/>
        </p:nvGrpSpPr>
        <p:grpSpPr>
          <a:xfrm rot="-5400000">
            <a:off x="11039953" y="968610"/>
            <a:ext cx="2227589" cy="726958"/>
            <a:chOff x="6972150" y="711750"/>
            <a:chExt cx="1039375" cy="339193"/>
          </a:xfrm>
        </p:grpSpPr>
        <p:sp>
          <p:nvSpPr>
            <p:cNvPr id="3758" name="Google Shape;3758;p52"/>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52"/>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52"/>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52"/>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52"/>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52"/>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52"/>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52"/>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52"/>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52"/>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52"/>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52"/>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52"/>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52"/>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52"/>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52"/>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52"/>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52"/>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52"/>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52"/>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52"/>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52"/>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52"/>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52"/>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52"/>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52"/>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52"/>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52"/>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52"/>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52"/>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52"/>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52"/>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0" name="Google Shape;3790;p52"/>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TOOLS</a:t>
            </a:r>
            <a:endParaRPr sz="3600"/>
          </a:p>
        </p:txBody>
      </p:sp>
      <p:pic>
        <p:nvPicPr>
          <p:cNvPr id="3791" name="Google Shape;3791;p52" title="136-1363736_express-js-icon-png-transparent-png-removebg-preview.png"/>
          <p:cNvPicPr preferRelativeResize="0"/>
          <p:nvPr/>
        </p:nvPicPr>
        <p:blipFill>
          <a:blip r:embed="rId3">
            <a:alphaModFix/>
          </a:blip>
          <a:stretch>
            <a:fillRect/>
          </a:stretch>
        </p:blipFill>
        <p:spPr>
          <a:xfrm>
            <a:off x="7175549" y="1314650"/>
            <a:ext cx="1059601" cy="883324"/>
          </a:xfrm>
          <a:prstGeom prst="rect">
            <a:avLst/>
          </a:prstGeom>
          <a:noFill/>
          <a:ln>
            <a:noFill/>
          </a:ln>
        </p:spPr>
      </p:pic>
      <p:pic>
        <p:nvPicPr>
          <p:cNvPr id="3792" name="Google Shape;3792;p52" title="png-clipart-dialogflow-conversational-user-interfaces-chatbot-artificial-intelligence-wit-ai-inc-majordomo-angle-rectangle-thumbnail-removebg-preview.png"/>
          <p:cNvPicPr preferRelativeResize="0"/>
          <p:nvPr/>
        </p:nvPicPr>
        <p:blipFill>
          <a:blip r:embed="rId4">
            <a:alphaModFix/>
          </a:blip>
          <a:stretch>
            <a:fillRect/>
          </a:stretch>
        </p:blipFill>
        <p:spPr>
          <a:xfrm>
            <a:off x="7012375" y="2233525"/>
            <a:ext cx="1385950" cy="1385950"/>
          </a:xfrm>
          <a:prstGeom prst="rect">
            <a:avLst/>
          </a:prstGeom>
          <a:noFill/>
          <a:ln>
            <a:noFill/>
          </a:ln>
        </p:spPr>
      </p:pic>
      <p:pic>
        <p:nvPicPr>
          <p:cNvPr id="3793" name="Google Shape;3793;p52" title="—Pngtree—google translate icon three-dimensional vector_12256679.png"/>
          <p:cNvPicPr preferRelativeResize="0"/>
          <p:nvPr/>
        </p:nvPicPr>
        <p:blipFill>
          <a:blip r:embed="rId5">
            <a:alphaModFix/>
          </a:blip>
          <a:stretch>
            <a:fillRect/>
          </a:stretch>
        </p:blipFill>
        <p:spPr>
          <a:xfrm>
            <a:off x="3333113" y="1365261"/>
            <a:ext cx="883326" cy="883326"/>
          </a:xfrm>
          <a:prstGeom prst="rect">
            <a:avLst/>
          </a:prstGeom>
          <a:noFill/>
          <a:ln>
            <a:noFill/>
          </a:ln>
        </p:spPr>
      </p:pic>
      <p:pic>
        <p:nvPicPr>
          <p:cNvPr id="3794" name="Google Shape;3794;p52" title="icons8-next.js-96.png"/>
          <p:cNvPicPr preferRelativeResize="0"/>
          <p:nvPr/>
        </p:nvPicPr>
        <p:blipFill>
          <a:blip r:embed="rId6">
            <a:alphaModFix/>
          </a:blip>
          <a:stretch>
            <a:fillRect/>
          </a:stretch>
        </p:blipFill>
        <p:spPr>
          <a:xfrm>
            <a:off x="745713" y="1314684"/>
            <a:ext cx="984575" cy="984575"/>
          </a:xfrm>
          <a:prstGeom prst="rect">
            <a:avLst/>
          </a:prstGeom>
          <a:noFill/>
          <a:ln>
            <a:noFill/>
          </a:ln>
        </p:spPr>
      </p:pic>
      <p:pic>
        <p:nvPicPr>
          <p:cNvPr id="3795" name="Google Shape;3795;p52" title="icons8-typescript-96.png"/>
          <p:cNvPicPr preferRelativeResize="0"/>
          <p:nvPr/>
        </p:nvPicPr>
        <p:blipFill>
          <a:blip r:embed="rId7">
            <a:alphaModFix/>
          </a:blip>
          <a:stretch>
            <a:fillRect/>
          </a:stretch>
        </p:blipFill>
        <p:spPr>
          <a:xfrm>
            <a:off x="2026938" y="1299113"/>
            <a:ext cx="914400" cy="914400"/>
          </a:xfrm>
          <a:prstGeom prst="rect">
            <a:avLst/>
          </a:prstGeom>
          <a:noFill/>
          <a:ln>
            <a:noFill/>
          </a:ln>
        </p:spPr>
      </p:pic>
      <p:pic>
        <p:nvPicPr>
          <p:cNvPr id="3796" name="Google Shape;3796;p52" title="icons8-github-logo-90.png"/>
          <p:cNvPicPr preferRelativeResize="0"/>
          <p:nvPr/>
        </p:nvPicPr>
        <p:blipFill>
          <a:blip r:embed="rId8">
            <a:alphaModFix/>
          </a:blip>
          <a:stretch>
            <a:fillRect/>
          </a:stretch>
        </p:blipFill>
        <p:spPr>
          <a:xfrm>
            <a:off x="1951288" y="3580851"/>
            <a:ext cx="914400" cy="914400"/>
          </a:xfrm>
          <a:prstGeom prst="rect">
            <a:avLst/>
          </a:prstGeom>
          <a:noFill/>
          <a:ln>
            <a:noFill/>
          </a:ln>
        </p:spPr>
      </p:pic>
      <p:pic>
        <p:nvPicPr>
          <p:cNvPr id="3797" name="Google Shape;3797;p52"/>
          <p:cNvPicPr preferRelativeResize="0"/>
          <p:nvPr/>
        </p:nvPicPr>
        <p:blipFill>
          <a:blip r:embed="rId9">
            <a:alphaModFix/>
          </a:blip>
          <a:stretch>
            <a:fillRect/>
          </a:stretch>
        </p:blipFill>
        <p:spPr>
          <a:xfrm>
            <a:off x="4566249" y="1365274"/>
            <a:ext cx="883325" cy="883325"/>
          </a:xfrm>
          <a:prstGeom prst="rect">
            <a:avLst/>
          </a:prstGeom>
          <a:noFill/>
          <a:ln>
            <a:noFill/>
          </a:ln>
        </p:spPr>
      </p:pic>
      <p:pic>
        <p:nvPicPr>
          <p:cNvPr id="3798" name="Google Shape;3798;p52" title="icons8-nodejs-96.png"/>
          <p:cNvPicPr preferRelativeResize="0"/>
          <p:nvPr/>
        </p:nvPicPr>
        <p:blipFill>
          <a:blip r:embed="rId10">
            <a:alphaModFix/>
          </a:blip>
          <a:stretch>
            <a:fillRect/>
          </a:stretch>
        </p:blipFill>
        <p:spPr>
          <a:xfrm>
            <a:off x="5944875" y="1349738"/>
            <a:ext cx="914400" cy="914400"/>
          </a:xfrm>
          <a:prstGeom prst="rect">
            <a:avLst/>
          </a:prstGeom>
          <a:noFill/>
          <a:ln>
            <a:noFill/>
          </a:ln>
        </p:spPr>
      </p:pic>
      <p:pic>
        <p:nvPicPr>
          <p:cNvPr id="3799" name="Google Shape;3799;p52" title="icons8-slack-logo-96.png"/>
          <p:cNvPicPr preferRelativeResize="0"/>
          <p:nvPr/>
        </p:nvPicPr>
        <p:blipFill>
          <a:blip r:embed="rId11">
            <a:alphaModFix/>
          </a:blip>
          <a:stretch>
            <a:fillRect/>
          </a:stretch>
        </p:blipFill>
        <p:spPr>
          <a:xfrm>
            <a:off x="4683838" y="3541925"/>
            <a:ext cx="914400" cy="914400"/>
          </a:xfrm>
          <a:prstGeom prst="rect">
            <a:avLst/>
          </a:prstGeom>
          <a:noFill/>
          <a:ln>
            <a:noFill/>
          </a:ln>
        </p:spPr>
      </p:pic>
      <p:pic>
        <p:nvPicPr>
          <p:cNvPr id="3800" name="Google Shape;3800;p52" title="icons8-figma-96.png"/>
          <p:cNvPicPr preferRelativeResize="0"/>
          <p:nvPr/>
        </p:nvPicPr>
        <p:blipFill>
          <a:blip r:embed="rId12">
            <a:alphaModFix/>
          </a:blip>
          <a:stretch>
            <a:fillRect/>
          </a:stretch>
        </p:blipFill>
        <p:spPr>
          <a:xfrm>
            <a:off x="7248138" y="3541913"/>
            <a:ext cx="914400" cy="914400"/>
          </a:xfrm>
          <a:prstGeom prst="rect">
            <a:avLst/>
          </a:prstGeom>
          <a:noFill/>
          <a:ln>
            <a:noFill/>
          </a:ln>
        </p:spPr>
      </p:pic>
      <p:pic>
        <p:nvPicPr>
          <p:cNvPr id="3801" name="Google Shape;3801;p52" title="icons8-google-drive-96.png"/>
          <p:cNvPicPr preferRelativeResize="0"/>
          <p:nvPr/>
        </p:nvPicPr>
        <p:blipFill>
          <a:blip r:embed="rId13">
            <a:alphaModFix/>
          </a:blip>
          <a:stretch>
            <a:fillRect/>
          </a:stretch>
        </p:blipFill>
        <p:spPr>
          <a:xfrm>
            <a:off x="5966000" y="3541913"/>
            <a:ext cx="914400" cy="914400"/>
          </a:xfrm>
          <a:prstGeom prst="rect">
            <a:avLst/>
          </a:prstGeom>
          <a:noFill/>
          <a:ln>
            <a:noFill/>
          </a:ln>
        </p:spPr>
      </p:pic>
      <p:pic>
        <p:nvPicPr>
          <p:cNvPr id="3802" name="Google Shape;3802;p52"/>
          <p:cNvPicPr preferRelativeResize="0"/>
          <p:nvPr/>
        </p:nvPicPr>
        <p:blipFill>
          <a:blip r:embed="rId14">
            <a:alphaModFix/>
          </a:blip>
          <a:stretch>
            <a:fillRect/>
          </a:stretch>
        </p:blipFill>
        <p:spPr>
          <a:xfrm>
            <a:off x="796338" y="3557461"/>
            <a:ext cx="883325" cy="883325"/>
          </a:xfrm>
          <a:prstGeom prst="rect">
            <a:avLst/>
          </a:prstGeom>
          <a:noFill/>
          <a:ln>
            <a:noFill/>
          </a:ln>
        </p:spPr>
      </p:pic>
      <p:pic>
        <p:nvPicPr>
          <p:cNvPr id="3803" name="Google Shape;3803;p52" title="Symbol.png"/>
          <p:cNvPicPr preferRelativeResize="0"/>
          <p:nvPr/>
        </p:nvPicPr>
        <p:blipFill>
          <a:blip r:embed="rId15">
            <a:alphaModFix/>
          </a:blip>
          <a:stretch>
            <a:fillRect/>
          </a:stretch>
        </p:blipFill>
        <p:spPr>
          <a:xfrm>
            <a:off x="3411312" y="3674563"/>
            <a:ext cx="726950" cy="726970"/>
          </a:xfrm>
          <a:prstGeom prst="rect">
            <a:avLst/>
          </a:prstGeom>
          <a:noFill/>
          <a:ln>
            <a:noFill/>
          </a:ln>
        </p:spPr>
      </p:pic>
      <p:pic>
        <p:nvPicPr>
          <p:cNvPr id="3804" name="Google Shape;3804;p52" title="google-gemini-icon.png"/>
          <p:cNvPicPr preferRelativeResize="0"/>
          <p:nvPr/>
        </p:nvPicPr>
        <p:blipFill>
          <a:blip r:embed="rId16">
            <a:alphaModFix/>
          </a:blip>
          <a:stretch>
            <a:fillRect/>
          </a:stretch>
        </p:blipFill>
        <p:spPr>
          <a:xfrm>
            <a:off x="5995475" y="2554963"/>
            <a:ext cx="813201" cy="813201"/>
          </a:xfrm>
          <a:prstGeom prst="rect">
            <a:avLst/>
          </a:prstGeom>
          <a:noFill/>
          <a:ln>
            <a:noFill/>
          </a:ln>
        </p:spPr>
      </p:pic>
      <p:pic>
        <p:nvPicPr>
          <p:cNvPr id="3805" name="Google Shape;3805;p52" title="66b21b040d87de951a125c3b (1).png"/>
          <p:cNvPicPr preferRelativeResize="0"/>
          <p:nvPr/>
        </p:nvPicPr>
        <p:blipFill>
          <a:blip r:embed="rId17">
            <a:alphaModFix/>
          </a:blip>
          <a:stretch>
            <a:fillRect/>
          </a:stretch>
        </p:blipFill>
        <p:spPr>
          <a:xfrm>
            <a:off x="4613673" y="2178982"/>
            <a:ext cx="984575" cy="1495079"/>
          </a:xfrm>
          <a:prstGeom prst="rect">
            <a:avLst/>
          </a:prstGeom>
          <a:noFill/>
          <a:ln>
            <a:noFill/>
          </a:ln>
        </p:spPr>
      </p:pic>
      <p:pic>
        <p:nvPicPr>
          <p:cNvPr id="3806" name="Google Shape;3806;p52" title="idseuPD28S_1756901221128.png"/>
          <p:cNvPicPr preferRelativeResize="0"/>
          <p:nvPr/>
        </p:nvPicPr>
        <p:blipFill>
          <a:blip r:embed="rId18">
            <a:alphaModFix/>
          </a:blip>
          <a:stretch>
            <a:fillRect/>
          </a:stretch>
        </p:blipFill>
        <p:spPr>
          <a:xfrm>
            <a:off x="3370913" y="2554975"/>
            <a:ext cx="813200" cy="813200"/>
          </a:xfrm>
          <a:prstGeom prst="rect">
            <a:avLst/>
          </a:prstGeom>
          <a:noFill/>
          <a:ln>
            <a:noFill/>
          </a:ln>
        </p:spPr>
      </p:pic>
      <p:pic>
        <p:nvPicPr>
          <p:cNvPr id="3807" name="Google Shape;3807;p52"/>
          <p:cNvPicPr preferRelativeResize="0"/>
          <p:nvPr/>
        </p:nvPicPr>
        <p:blipFill>
          <a:blip r:embed="rId19">
            <a:alphaModFix/>
          </a:blip>
          <a:stretch>
            <a:fillRect/>
          </a:stretch>
        </p:blipFill>
        <p:spPr>
          <a:xfrm flipH="1">
            <a:off x="796337" y="2519900"/>
            <a:ext cx="883325" cy="883325"/>
          </a:xfrm>
          <a:prstGeom prst="rect">
            <a:avLst/>
          </a:prstGeom>
          <a:noFill/>
          <a:ln>
            <a:noFill/>
          </a:ln>
        </p:spPr>
      </p:pic>
      <p:pic>
        <p:nvPicPr>
          <p:cNvPr id="3808" name="Google Shape;3808;p52" title="cloudinary-icon-8x.png"/>
          <p:cNvPicPr preferRelativeResize="0"/>
          <p:nvPr/>
        </p:nvPicPr>
        <p:blipFill>
          <a:blip r:embed="rId20">
            <a:alphaModFix/>
          </a:blip>
          <a:stretch>
            <a:fillRect/>
          </a:stretch>
        </p:blipFill>
        <p:spPr>
          <a:xfrm>
            <a:off x="1956813" y="2621350"/>
            <a:ext cx="984575" cy="6461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2" name="Shape 3812"/>
        <p:cNvGrpSpPr/>
        <p:nvPr/>
      </p:nvGrpSpPr>
      <p:grpSpPr>
        <a:xfrm>
          <a:off x="0" y="0"/>
          <a:ext cx="0" cy="0"/>
          <a:chOff x="0" y="0"/>
          <a:chExt cx="0" cy="0"/>
        </a:xfrm>
      </p:grpSpPr>
      <p:sp>
        <p:nvSpPr>
          <p:cNvPr id="3813" name="Google Shape;3813;p53"/>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System Architecture</a:t>
            </a:r>
            <a:endParaRPr/>
          </a:p>
        </p:txBody>
      </p:sp>
      <p:cxnSp>
        <p:nvCxnSpPr>
          <p:cNvPr id="3814" name="Google Shape;3814;p53"/>
          <p:cNvCxnSpPr>
            <a:endCxn id="3815" idx="2"/>
          </p:cNvCxnSpPr>
          <p:nvPr/>
        </p:nvCxnSpPr>
        <p:spPr>
          <a:xfrm flipH="1" rot="10800000">
            <a:off x="4205075" y="2319300"/>
            <a:ext cx="670200" cy="6000"/>
          </a:xfrm>
          <a:prstGeom prst="straightConnector1">
            <a:avLst/>
          </a:prstGeom>
          <a:noFill/>
          <a:ln cap="flat" cmpd="sng" w="9525">
            <a:solidFill>
              <a:schemeClr val="dk1"/>
            </a:solidFill>
            <a:prstDash val="solid"/>
            <a:round/>
            <a:headEnd len="med" w="med" type="none"/>
            <a:tailEnd len="med" w="med" type="none"/>
          </a:ln>
        </p:spPr>
      </p:cxnSp>
      <p:cxnSp>
        <p:nvCxnSpPr>
          <p:cNvPr id="3816" name="Google Shape;3816;p53"/>
          <p:cNvCxnSpPr>
            <a:endCxn id="3817" idx="2"/>
          </p:cNvCxnSpPr>
          <p:nvPr/>
        </p:nvCxnSpPr>
        <p:spPr>
          <a:xfrm>
            <a:off x="-52800" y="2319300"/>
            <a:ext cx="935400" cy="0"/>
          </a:xfrm>
          <a:prstGeom prst="straightConnector1">
            <a:avLst/>
          </a:prstGeom>
          <a:noFill/>
          <a:ln cap="flat" cmpd="sng" w="9525">
            <a:solidFill>
              <a:schemeClr val="dk1"/>
            </a:solidFill>
            <a:prstDash val="solid"/>
            <a:round/>
            <a:headEnd len="med" w="med" type="none"/>
            <a:tailEnd len="med" w="med" type="none"/>
          </a:ln>
        </p:spPr>
      </p:cxnSp>
      <p:cxnSp>
        <p:nvCxnSpPr>
          <p:cNvPr id="3818" name="Google Shape;3818;p53"/>
          <p:cNvCxnSpPr>
            <a:stCxn id="3817" idx="6"/>
            <a:endCxn id="3819" idx="2"/>
          </p:cNvCxnSpPr>
          <p:nvPr/>
        </p:nvCxnSpPr>
        <p:spPr>
          <a:xfrm>
            <a:off x="2308800" y="2319300"/>
            <a:ext cx="557400" cy="0"/>
          </a:xfrm>
          <a:prstGeom prst="straightConnector1">
            <a:avLst/>
          </a:prstGeom>
          <a:noFill/>
          <a:ln cap="flat" cmpd="sng" w="9525">
            <a:solidFill>
              <a:schemeClr val="dk1"/>
            </a:solidFill>
            <a:prstDash val="solid"/>
            <a:round/>
            <a:headEnd len="med" w="med" type="none"/>
            <a:tailEnd len="med" w="med" type="none"/>
          </a:ln>
        </p:spPr>
      </p:cxnSp>
      <p:cxnSp>
        <p:nvCxnSpPr>
          <p:cNvPr id="3820" name="Google Shape;3820;p53"/>
          <p:cNvCxnSpPr>
            <a:stCxn id="3815" idx="6"/>
            <a:endCxn id="3821" idx="2"/>
          </p:cNvCxnSpPr>
          <p:nvPr/>
        </p:nvCxnSpPr>
        <p:spPr>
          <a:xfrm>
            <a:off x="6301475" y="2319300"/>
            <a:ext cx="582900" cy="0"/>
          </a:xfrm>
          <a:prstGeom prst="straightConnector1">
            <a:avLst/>
          </a:prstGeom>
          <a:noFill/>
          <a:ln cap="flat" cmpd="sng" w="9525">
            <a:solidFill>
              <a:schemeClr val="dk1"/>
            </a:solidFill>
            <a:prstDash val="solid"/>
            <a:round/>
            <a:headEnd len="med" w="med" type="none"/>
            <a:tailEnd len="med" w="med" type="none"/>
          </a:ln>
        </p:spPr>
      </p:cxnSp>
      <p:cxnSp>
        <p:nvCxnSpPr>
          <p:cNvPr id="3822" name="Google Shape;3822;p53"/>
          <p:cNvCxnSpPr>
            <a:stCxn id="3821" idx="6"/>
          </p:cNvCxnSpPr>
          <p:nvPr/>
        </p:nvCxnSpPr>
        <p:spPr>
          <a:xfrm>
            <a:off x="8310600" y="2319300"/>
            <a:ext cx="961800" cy="0"/>
          </a:xfrm>
          <a:prstGeom prst="straightConnector1">
            <a:avLst/>
          </a:prstGeom>
          <a:noFill/>
          <a:ln cap="flat" cmpd="sng" w="9525">
            <a:solidFill>
              <a:schemeClr val="dk1"/>
            </a:solidFill>
            <a:prstDash val="solid"/>
            <a:round/>
            <a:headEnd len="med" w="med" type="none"/>
            <a:tailEnd len="med" w="med" type="none"/>
          </a:ln>
        </p:spPr>
      </p:cxnSp>
      <p:sp>
        <p:nvSpPr>
          <p:cNvPr id="3817" name="Google Shape;3817;p53"/>
          <p:cNvSpPr/>
          <p:nvPr/>
        </p:nvSpPr>
        <p:spPr>
          <a:xfrm>
            <a:off x="882600" y="1657350"/>
            <a:ext cx="1426200" cy="13239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Presentation </a:t>
            </a:r>
            <a:endParaRPr b="1" sz="1600">
              <a:solidFill>
                <a:schemeClr val="dk1"/>
              </a:solidFill>
              <a:latin typeface="Alumni Sans Pinstripe"/>
              <a:ea typeface="Alumni Sans Pinstripe"/>
              <a:cs typeface="Alumni Sans Pinstripe"/>
              <a:sym typeface="Alumni Sans Pinstripe"/>
            </a:endParaRPr>
          </a:p>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Layer</a:t>
            </a:r>
            <a:endParaRPr sz="1600">
              <a:solidFill>
                <a:schemeClr val="dk1"/>
              </a:solidFill>
              <a:latin typeface="Alumni Sans Pinstripe"/>
              <a:ea typeface="Alumni Sans Pinstripe"/>
              <a:cs typeface="Alumni Sans Pinstripe"/>
              <a:sym typeface="Alumni Sans Pinstripe"/>
            </a:endParaRPr>
          </a:p>
        </p:txBody>
      </p:sp>
      <p:sp>
        <p:nvSpPr>
          <p:cNvPr id="3819" name="Google Shape;3819;p53"/>
          <p:cNvSpPr/>
          <p:nvPr/>
        </p:nvSpPr>
        <p:spPr>
          <a:xfrm>
            <a:off x="2866150" y="1657350"/>
            <a:ext cx="1426200" cy="13239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Application</a:t>
            </a:r>
            <a:endParaRPr b="1" sz="1600">
              <a:solidFill>
                <a:schemeClr val="dk1"/>
              </a:solidFill>
              <a:latin typeface="Alumni Sans Pinstripe"/>
              <a:ea typeface="Alumni Sans Pinstripe"/>
              <a:cs typeface="Alumni Sans Pinstripe"/>
              <a:sym typeface="Alumni Sans Pinstripe"/>
            </a:endParaRPr>
          </a:p>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Layer</a:t>
            </a:r>
            <a:endParaRPr b="1" sz="1600">
              <a:solidFill>
                <a:schemeClr val="dk1"/>
              </a:solidFill>
              <a:latin typeface="Alumni Sans Pinstripe"/>
              <a:ea typeface="Alumni Sans Pinstripe"/>
              <a:cs typeface="Alumni Sans Pinstripe"/>
              <a:sym typeface="Alumni Sans Pinstripe"/>
            </a:endParaRPr>
          </a:p>
        </p:txBody>
      </p:sp>
      <p:sp>
        <p:nvSpPr>
          <p:cNvPr id="3815" name="Google Shape;3815;p53"/>
          <p:cNvSpPr/>
          <p:nvPr/>
        </p:nvSpPr>
        <p:spPr>
          <a:xfrm>
            <a:off x="4875275" y="1657350"/>
            <a:ext cx="1426200" cy="13239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Integrations</a:t>
            </a:r>
            <a:endParaRPr sz="1600">
              <a:solidFill>
                <a:schemeClr val="dk1"/>
              </a:solidFill>
              <a:latin typeface="Alumni Sans Pinstripe"/>
              <a:ea typeface="Alumni Sans Pinstripe"/>
              <a:cs typeface="Alumni Sans Pinstripe"/>
              <a:sym typeface="Alumni Sans Pinstripe"/>
            </a:endParaRPr>
          </a:p>
        </p:txBody>
      </p:sp>
      <p:sp>
        <p:nvSpPr>
          <p:cNvPr id="3821" name="Google Shape;3821;p53"/>
          <p:cNvSpPr/>
          <p:nvPr/>
        </p:nvSpPr>
        <p:spPr>
          <a:xfrm>
            <a:off x="6884400" y="1657350"/>
            <a:ext cx="1426200" cy="13239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Data</a:t>
            </a:r>
            <a:endParaRPr b="1" sz="1600">
              <a:solidFill>
                <a:schemeClr val="dk1"/>
              </a:solidFill>
              <a:latin typeface="Alumni Sans Pinstripe"/>
              <a:ea typeface="Alumni Sans Pinstripe"/>
              <a:cs typeface="Alumni Sans Pinstripe"/>
              <a:sym typeface="Alumni Sans Pinstripe"/>
            </a:endParaRPr>
          </a:p>
          <a:p>
            <a:pPr indent="0" lvl="0" marL="0" rtl="0" algn="ctr">
              <a:spcBef>
                <a:spcPts val="0"/>
              </a:spcBef>
              <a:spcAft>
                <a:spcPts val="0"/>
              </a:spcAft>
              <a:buClr>
                <a:srgbClr val="000000"/>
              </a:buClr>
              <a:buSzPts val="1100"/>
              <a:buFont typeface="Arial"/>
              <a:buNone/>
            </a:pPr>
            <a:r>
              <a:rPr b="1" lang="en" sz="1600">
                <a:solidFill>
                  <a:schemeClr val="dk1"/>
                </a:solidFill>
                <a:latin typeface="Alumni Sans Pinstripe"/>
                <a:ea typeface="Alumni Sans Pinstripe"/>
                <a:cs typeface="Alumni Sans Pinstripe"/>
                <a:sym typeface="Alumni Sans Pinstripe"/>
              </a:rPr>
              <a:t>Layer</a:t>
            </a:r>
            <a:endParaRPr b="1" sz="1600">
              <a:solidFill>
                <a:schemeClr val="dk1"/>
              </a:solidFill>
              <a:latin typeface="Alumni Sans Pinstripe"/>
              <a:ea typeface="Alumni Sans Pinstripe"/>
              <a:cs typeface="Alumni Sans Pinstripe"/>
              <a:sym typeface="Alumni Sans Pinstripe"/>
            </a:endParaRPr>
          </a:p>
        </p:txBody>
      </p:sp>
      <p:sp>
        <p:nvSpPr>
          <p:cNvPr id="3823" name="Google Shape;3823;p53"/>
          <p:cNvSpPr txBox="1"/>
          <p:nvPr/>
        </p:nvSpPr>
        <p:spPr>
          <a:xfrm>
            <a:off x="716850" y="3235651"/>
            <a:ext cx="1757700" cy="615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Advent Pro"/>
                <a:ea typeface="Advent Pro"/>
                <a:cs typeface="Advent Pro"/>
                <a:sym typeface="Advent Pro"/>
              </a:rPr>
              <a:t>NextJS, TypeScript for UI, Google Translate API for multilingual content</a:t>
            </a:r>
            <a:endParaRPr>
              <a:solidFill>
                <a:schemeClr val="dk1"/>
              </a:solidFill>
              <a:latin typeface="Advent Pro"/>
              <a:ea typeface="Advent Pro"/>
              <a:cs typeface="Advent Pro"/>
              <a:sym typeface="Advent Pro"/>
            </a:endParaRPr>
          </a:p>
          <a:p>
            <a:pPr indent="0" lvl="0" marL="0" rtl="0" algn="ctr">
              <a:spcBef>
                <a:spcPts val="0"/>
              </a:spcBef>
              <a:spcAft>
                <a:spcPts val="0"/>
              </a:spcAft>
              <a:buNone/>
            </a:pPr>
            <a:r>
              <a:t/>
            </a:r>
            <a:endParaRPr>
              <a:solidFill>
                <a:schemeClr val="dk1"/>
              </a:solidFill>
              <a:latin typeface="Advent Pro"/>
              <a:ea typeface="Advent Pro"/>
              <a:cs typeface="Advent Pro"/>
              <a:sym typeface="Advent Pro"/>
            </a:endParaRPr>
          </a:p>
        </p:txBody>
      </p:sp>
      <p:sp>
        <p:nvSpPr>
          <p:cNvPr id="3824" name="Google Shape;3824;p53"/>
          <p:cNvSpPr txBox="1"/>
          <p:nvPr/>
        </p:nvSpPr>
        <p:spPr>
          <a:xfrm>
            <a:off x="2700400" y="3235650"/>
            <a:ext cx="17577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Clerk Authentication, NodeJS, ExpressJS for APIs</a:t>
            </a:r>
            <a:endParaRPr>
              <a:solidFill>
                <a:schemeClr val="dk1"/>
              </a:solidFill>
              <a:latin typeface="Advent Pro"/>
              <a:ea typeface="Advent Pro"/>
              <a:cs typeface="Advent Pro"/>
              <a:sym typeface="Advent Pro"/>
            </a:endParaRPr>
          </a:p>
        </p:txBody>
      </p:sp>
      <p:sp>
        <p:nvSpPr>
          <p:cNvPr id="3825" name="Google Shape;3825;p53"/>
          <p:cNvSpPr txBox="1"/>
          <p:nvPr/>
        </p:nvSpPr>
        <p:spPr>
          <a:xfrm>
            <a:off x="4683950" y="3235650"/>
            <a:ext cx="17577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Gemini API, ElevenLabs API voice AI, Twilio for WhatsApp, Diagflow Agent, Nodemailer for emails</a:t>
            </a:r>
            <a:endParaRPr>
              <a:solidFill>
                <a:schemeClr val="dk1"/>
              </a:solidFill>
              <a:latin typeface="Advent Pro"/>
              <a:ea typeface="Advent Pro"/>
              <a:cs typeface="Advent Pro"/>
              <a:sym typeface="Advent Pro"/>
            </a:endParaRPr>
          </a:p>
        </p:txBody>
      </p:sp>
      <p:sp>
        <p:nvSpPr>
          <p:cNvPr id="3826" name="Google Shape;3826;p53"/>
          <p:cNvSpPr txBox="1"/>
          <p:nvPr/>
        </p:nvSpPr>
        <p:spPr>
          <a:xfrm>
            <a:off x="6667500" y="3235650"/>
            <a:ext cx="17577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dvent Pro"/>
                <a:ea typeface="Advent Pro"/>
                <a:cs typeface="Advent Pro"/>
                <a:sym typeface="Advent Pro"/>
              </a:rPr>
              <a:t>MongoDB Atlas as primary DB, Cloudinary for media storage</a:t>
            </a:r>
            <a:endParaRPr>
              <a:solidFill>
                <a:schemeClr val="dk1"/>
              </a:solidFill>
              <a:latin typeface="Advent Pro"/>
              <a:ea typeface="Advent Pro"/>
              <a:cs typeface="Advent Pro"/>
              <a:sym typeface="Advent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0" name="Shape 3830"/>
        <p:cNvGrpSpPr/>
        <p:nvPr/>
      </p:nvGrpSpPr>
      <p:grpSpPr>
        <a:xfrm>
          <a:off x="0" y="0"/>
          <a:ext cx="0" cy="0"/>
          <a:chOff x="0" y="0"/>
          <a:chExt cx="0" cy="0"/>
        </a:xfrm>
      </p:grpSpPr>
      <p:sp>
        <p:nvSpPr>
          <p:cNvPr id="3831" name="Google Shape;3831;p54"/>
          <p:cNvSpPr txBox="1"/>
          <p:nvPr>
            <p:ph type="title"/>
          </p:nvPr>
        </p:nvSpPr>
        <p:spPr>
          <a:xfrm>
            <a:off x="713250" y="0"/>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Abstract System Block Diagram</a:t>
            </a:r>
            <a:endParaRPr/>
          </a:p>
        </p:txBody>
      </p:sp>
      <p:pic>
        <p:nvPicPr>
          <p:cNvPr id="3832" name="Google Shape;3832;p54" title="ABSTTRACTF.png"/>
          <p:cNvPicPr preferRelativeResize="0"/>
          <p:nvPr/>
        </p:nvPicPr>
        <p:blipFill>
          <a:blip r:embed="rId3">
            <a:alphaModFix/>
          </a:blip>
          <a:stretch>
            <a:fillRect/>
          </a:stretch>
        </p:blipFill>
        <p:spPr>
          <a:xfrm>
            <a:off x="295963" y="791025"/>
            <a:ext cx="8552075" cy="4097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6" name="Shape 3836"/>
        <p:cNvGrpSpPr/>
        <p:nvPr/>
      </p:nvGrpSpPr>
      <p:grpSpPr>
        <a:xfrm>
          <a:off x="0" y="0"/>
          <a:ext cx="0" cy="0"/>
          <a:chOff x="0" y="0"/>
          <a:chExt cx="0" cy="0"/>
        </a:xfrm>
      </p:grpSpPr>
      <p:sp>
        <p:nvSpPr>
          <p:cNvPr id="3837" name="Google Shape;3837;p55"/>
          <p:cNvSpPr txBox="1"/>
          <p:nvPr>
            <p:ph type="title"/>
          </p:nvPr>
        </p:nvSpPr>
        <p:spPr>
          <a:xfrm>
            <a:off x="713250" y="0"/>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Detailed System Block Diagram</a:t>
            </a:r>
            <a:endParaRPr/>
          </a:p>
        </p:txBody>
      </p:sp>
      <p:pic>
        <p:nvPicPr>
          <p:cNvPr id="3838" name="Google Shape;3838;p55" title="Block Diagram.png"/>
          <p:cNvPicPr preferRelativeResize="0"/>
          <p:nvPr/>
        </p:nvPicPr>
        <p:blipFill rotWithShape="1">
          <a:blip r:embed="rId3">
            <a:alphaModFix/>
          </a:blip>
          <a:srcRect b="0" l="0" r="0" t="0"/>
          <a:stretch/>
        </p:blipFill>
        <p:spPr>
          <a:xfrm>
            <a:off x="1667425" y="740700"/>
            <a:ext cx="5809152" cy="43313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2" name="Shape 3842"/>
        <p:cNvGrpSpPr/>
        <p:nvPr/>
      </p:nvGrpSpPr>
      <p:grpSpPr>
        <a:xfrm>
          <a:off x="0" y="0"/>
          <a:ext cx="0" cy="0"/>
          <a:chOff x="0" y="0"/>
          <a:chExt cx="0" cy="0"/>
        </a:xfrm>
      </p:grpSpPr>
      <p:sp>
        <p:nvSpPr>
          <p:cNvPr id="3843" name="Google Shape;3843;p56"/>
          <p:cNvSpPr txBox="1"/>
          <p:nvPr>
            <p:ph type="title"/>
          </p:nvPr>
        </p:nvSpPr>
        <p:spPr>
          <a:xfrm>
            <a:off x="713262" y="14797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Milestones</a:t>
            </a:r>
            <a:endParaRPr/>
          </a:p>
        </p:txBody>
      </p:sp>
      <p:pic>
        <p:nvPicPr>
          <p:cNvPr id="3844" name="Google Shape;3844;p56"/>
          <p:cNvPicPr preferRelativeResize="0"/>
          <p:nvPr/>
        </p:nvPicPr>
        <p:blipFill>
          <a:blip r:embed="rId3">
            <a:alphaModFix/>
          </a:blip>
          <a:stretch>
            <a:fillRect/>
          </a:stretch>
        </p:blipFill>
        <p:spPr>
          <a:xfrm>
            <a:off x="408825" y="805475"/>
            <a:ext cx="8128875" cy="4006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8" name="Shape 3848"/>
        <p:cNvGrpSpPr/>
        <p:nvPr/>
      </p:nvGrpSpPr>
      <p:grpSpPr>
        <a:xfrm>
          <a:off x="0" y="0"/>
          <a:ext cx="0" cy="0"/>
          <a:chOff x="0" y="0"/>
          <a:chExt cx="0" cy="0"/>
        </a:xfrm>
      </p:grpSpPr>
      <p:pic>
        <p:nvPicPr>
          <p:cNvPr id="3849" name="Google Shape;3849;p57"/>
          <p:cNvPicPr preferRelativeResize="0"/>
          <p:nvPr/>
        </p:nvPicPr>
        <p:blipFill>
          <a:blip r:embed="rId3">
            <a:alphaModFix/>
          </a:blip>
          <a:stretch>
            <a:fillRect/>
          </a:stretch>
        </p:blipFill>
        <p:spPr>
          <a:xfrm rot="10800000">
            <a:off x="-654775" y="758100"/>
            <a:ext cx="4502198" cy="2998450"/>
          </a:xfrm>
          <a:prstGeom prst="rect">
            <a:avLst/>
          </a:prstGeom>
          <a:noFill/>
          <a:ln>
            <a:noFill/>
          </a:ln>
        </p:spPr>
      </p:pic>
      <p:pic>
        <p:nvPicPr>
          <p:cNvPr id="3850" name="Google Shape;3850;p57"/>
          <p:cNvPicPr preferRelativeResize="0"/>
          <p:nvPr/>
        </p:nvPicPr>
        <p:blipFill>
          <a:blip r:embed="rId4">
            <a:alphaModFix/>
          </a:blip>
          <a:stretch>
            <a:fillRect/>
          </a:stretch>
        </p:blipFill>
        <p:spPr>
          <a:xfrm>
            <a:off x="7043196" y="421425"/>
            <a:ext cx="1602225" cy="1148801"/>
          </a:xfrm>
          <a:prstGeom prst="rect">
            <a:avLst/>
          </a:prstGeom>
          <a:noFill/>
          <a:ln>
            <a:noFill/>
          </a:ln>
        </p:spPr>
      </p:pic>
      <p:grpSp>
        <p:nvGrpSpPr>
          <p:cNvPr id="3851" name="Google Shape;3851;p57"/>
          <p:cNvGrpSpPr/>
          <p:nvPr/>
        </p:nvGrpSpPr>
        <p:grpSpPr>
          <a:xfrm>
            <a:off x="642904" y="1367691"/>
            <a:ext cx="2227588" cy="726522"/>
            <a:chOff x="3620725" y="372750"/>
            <a:chExt cx="1039375" cy="338989"/>
          </a:xfrm>
        </p:grpSpPr>
        <p:sp>
          <p:nvSpPr>
            <p:cNvPr id="3852" name="Google Shape;3852;p57"/>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57"/>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57"/>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57"/>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57"/>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57"/>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57"/>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57"/>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57"/>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57"/>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57"/>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57"/>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57"/>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57"/>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57"/>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57"/>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57"/>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57"/>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57"/>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57"/>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57"/>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57"/>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57"/>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57"/>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57"/>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57"/>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57"/>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57"/>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57"/>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57"/>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57"/>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57"/>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57"/>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57"/>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57"/>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57"/>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57"/>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9" name="Google Shape;3889;p57"/>
          <p:cNvGrpSpPr/>
          <p:nvPr/>
        </p:nvGrpSpPr>
        <p:grpSpPr>
          <a:xfrm>
            <a:off x="3968933" y="4349219"/>
            <a:ext cx="2227588" cy="326187"/>
            <a:chOff x="2978333" y="5720819"/>
            <a:chExt cx="2227588" cy="326187"/>
          </a:xfrm>
        </p:grpSpPr>
        <p:sp>
          <p:nvSpPr>
            <p:cNvPr id="3890" name="Google Shape;3890;p57"/>
            <p:cNvSpPr/>
            <p:nvPr/>
          </p:nvSpPr>
          <p:spPr>
            <a:xfrm>
              <a:off x="4888849"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57"/>
            <p:cNvSpPr/>
            <p:nvPr/>
          </p:nvSpPr>
          <p:spPr>
            <a:xfrm>
              <a:off x="5079901"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57"/>
            <p:cNvSpPr/>
            <p:nvPr/>
          </p:nvSpPr>
          <p:spPr>
            <a:xfrm>
              <a:off x="4315694"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57"/>
            <p:cNvSpPr/>
            <p:nvPr/>
          </p:nvSpPr>
          <p:spPr>
            <a:xfrm>
              <a:off x="4506746"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57"/>
            <p:cNvSpPr/>
            <p:nvPr/>
          </p:nvSpPr>
          <p:spPr>
            <a:xfrm>
              <a:off x="4124643"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57"/>
            <p:cNvSpPr/>
            <p:nvPr/>
          </p:nvSpPr>
          <p:spPr>
            <a:xfrm>
              <a:off x="4124643" y="592098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57"/>
            <p:cNvSpPr/>
            <p:nvPr/>
          </p:nvSpPr>
          <p:spPr>
            <a:xfrm>
              <a:off x="3742539"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57"/>
            <p:cNvSpPr/>
            <p:nvPr/>
          </p:nvSpPr>
          <p:spPr>
            <a:xfrm>
              <a:off x="3742539" y="592098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57"/>
            <p:cNvSpPr/>
            <p:nvPr/>
          </p:nvSpPr>
          <p:spPr>
            <a:xfrm>
              <a:off x="3933591"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57"/>
            <p:cNvSpPr/>
            <p:nvPr/>
          </p:nvSpPr>
          <p:spPr>
            <a:xfrm>
              <a:off x="3933591" y="592098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57"/>
            <p:cNvSpPr/>
            <p:nvPr/>
          </p:nvSpPr>
          <p:spPr>
            <a:xfrm>
              <a:off x="3551488"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57"/>
            <p:cNvSpPr/>
            <p:nvPr/>
          </p:nvSpPr>
          <p:spPr>
            <a:xfrm>
              <a:off x="3169384" y="592098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57"/>
            <p:cNvSpPr/>
            <p:nvPr/>
          </p:nvSpPr>
          <p:spPr>
            <a:xfrm>
              <a:off x="3360436"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57"/>
            <p:cNvSpPr/>
            <p:nvPr/>
          </p:nvSpPr>
          <p:spPr>
            <a:xfrm>
              <a:off x="3360436" y="5920986"/>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57"/>
            <p:cNvSpPr/>
            <p:nvPr/>
          </p:nvSpPr>
          <p:spPr>
            <a:xfrm>
              <a:off x="2978333" y="5720819"/>
              <a:ext cx="126020" cy="12602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5" name="Google Shape;3905;p57"/>
          <p:cNvGrpSpPr/>
          <p:nvPr/>
        </p:nvGrpSpPr>
        <p:grpSpPr>
          <a:xfrm>
            <a:off x="1326703" y="3305460"/>
            <a:ext cx="2227589" cy="726958"/>
            <a:chOff x="6972150" y="711750"/>
            <a:chExt cx="1039375" cy="339193"/>
          </a:xfrm>
        </p:grpSpPr>
        <p:sp>
          <p:nvSpPr>
            <p:cNvPr id="3906" name="Google Shape;3906;p57"/>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57"/>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57"/>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57"/>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57"/>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57"/>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57"/>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57"/>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57"/>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57"/>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57"/>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57"/>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57"/>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57"/>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57"/>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57"/>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57"/>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57"/>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57"/>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57"/>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57"/>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57"/>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57"/>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57"/>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57"/>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57"/>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57"/>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57"/>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57"/>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57"/>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57"/>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937" name="Google Shape;3937;p57"/>
          <p:cNvPicPr preferRelativeResize="0"/>
          <p:nvPr/>
        </p:nvPicPr>
        <p:blipFill>
          <a:blip r:embed="rId5">
            <a:alphaModFix/>
          </a:blip>
          <a:stretch>
            <a:fillRect/>
          </a:stretch>
        </p:blipFill>
        <p:spPr>
          <a:xfrm>
            <a:off x="770711" y="1166137"/>
            <a:ext cx="2685015" cy="2811224"/>
          </a:xfrm>
          <a:prstGeom prst="rect">
            <a:avLst/>
          </a:prstGeom>
          <a:noFill/>
          <a:ln>
            <a:noFill/>
          </a:ln>
        </p:spPr>
      </p:pic>
      <p:pic>
        <p:nvPicPr>
          <p:cNvPr id="3938" name="Google Shape;3938;p57"/>
          <p:cNvPicPr preferRelativeResize="0"/>
          <p:nvPr/>
        </p:nvPicPr>
        <p:blipFill>
          <a:blip r:embed="rId6">
            <a:alphaModFix/>
          </a:blip>
          <a:stretch>
            <a:fillRect/>
          </a:stretch>
        </p:blipFill>
        <p:spPr>
          <a:xfrm>
            <a:off x="860901" y="1225318"/>
            <a:ext cx="709250" cy="1122790"/>
          </a:xfrm>
          <a:prstGeom prst="rect">
            <a:avLst/>
          </a:prstGeom>
          <a:noFill/>
          <a:ln>
            <a:noFill/>
          </a:ln>
        </p:spPr>
      </p:pic>
      <p:pic>
        <p:nvPicPr>
          <p:cNvPr id="3939" name="Google Shape;3939;p57"/>
          <p:cNvPicPr preferRelativeResize="0"/>
          <p:nvPr/>
        </p:nvPicPr>
        <p:blipFill>
          <a:blip r:embed="rId7">
            <a:alphaModFix/>
          </a:blip>
          <a:stretch>
            <a:fillRect/>
          </a:stretch>
        </p:blipFill>
        <p:spPr>
          <a:xfrm>
            <a:off x="3050803" y="926622"/>
            <a:ext cx="981245" cy="1241319"/>
          </a:xfrm>
          <a:prstGeom prst="rect">
            <a:avLst/>
          </a:prstGeom>
          <a:noFill/>
          <a:ln>
            <a:noFill/>
          </a:ln>
        </p:spPr>
      </p:pic>
      <p:sp>
        <p:nvSpPr>
          <p:cNvPr id="3940" name="Google Shape;3940;p57"/>
          <p:cNvSpPr/>
          <p:nvPr/>
        </p:nvSpPr>
        <p:spPr>
          <a:xfrm>
            <a:off x="2839762" y="7732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1" name="Google Shape;3941;p57"/>
          <p:cNvPicPr preferRelativeResize="0"/>
          <p:nvPr/>
        </p:nvPicPr>
        <p:blipFill>
          <a:blip r:embed="rId8">
            <a:alphaModFix/>
          </a:blip>
          <a:stretch>
            <a:fillRect/>
          </a:stretch>
        </p:blipFill>
        <p:spPr>
          <a:xfrm>
            <a:off x="1959625" y="3277025"/>
            <a:ext cx="1006125" cy="1327069"/>
          </a:xfrm>
          <a:prstGeom prst="rect">
            <a:avLst/>
          </a:prstGeom>
          <a:noFill/>
          <a:ln>
            <a:noFill/>
          </a:ln>
        </p:spPr>
      </p:pic>
      <p:sp>
        <p:nvSpPr>
          <p:cNvPr id="3942" name="Google Shape;3942;p57"/>
          <p:cNvSpPr txBox="1"/>
          <p:nvPr>
            <p:ph type="title"/>
          </p:nvPr>
        </p:nvSpPr>
        <p:spPr>
          <a:xfrm>
            <a:off x="4212346" y="1000088"/>
            <a:ext cx="3493200" cy="129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3943" name="Google Shape;3943;p57"/>
          <p:cNvSpPr txBox="1"/>
          <p:nvPr>
            <p:ph idx="1" type="subTitle"/>
          </p:nvPr>
        </p:nvSpPr>
        <p:spPr>
          <a:xfrm>
            <a:off x="4263050" y="2167950"/>
            <a:ext cx="4100400" cy="2067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CyberShield aims to strengthen cybersecurity awareness by combining engaging training with realistic phishing simulations. The platform empowers students, educators, and the general public to learn, practice, and build resilience against online threats.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7" name="Shape 3947"/>
        <p:cNvGrpSpPr/>
        <p:nvPr/>
      </p:nvGrpSpPr>
      <p:grpSpPr>
        <a:xfrm>
          <a:off x="0" y="0"/>
          <a:ext cx="0" cy="0"/>
          <a:chOff x="0" y="0"/>
          <a:chExt cx="0" cy="0"/>
        </a:xfrm>
      </p:grpSpPr>
      <p:sp>
        <p:nvSpPr>
          <p:cNvPr id="3948" name="Google Shape;3948;p58"/>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pic>
        <p:nvPicPr>
          <p:cNvPr id="3949" name="Google Shape;3949;p58"/>
          <p:cNvPicPr preferRelativeResize="0"/>
          <p:nvPr/>
        </p:nvPicPr>
        <p:blipFill>
          <a:blip r:embed="rId3">
            <a:alphaModFix/>
          </a:blip>
          <a:stretch>
            <a:fillRect/>
          </a:stretch>
        </p:blipFill>
        <p:spPr>
          <a:xfrm>
            <a:off x="165249" y="111063"/>
            <a:ext cx="1096325" cy="786076"/>
          </a:xfrm>
          <a:prstGeom prst="rect">
            <a:avLst/>
          </a:prstGeom>
          <a:noFill/>
          <a:ln>
            <a:noFill/>
          </a:ln>
        </p:spPr>
      </p:pic>
      <p:sp>
        <p:nvSpPr>
          <p:cNvPr id="3950" name="Google Shape;3950;p58"/>
          <p:cNvSpPr txBox="1"/>
          <p:nvPr/>
        </p:nvSpPr>
        <p:spPr>
          <a:xfrm>
            <a:off x="1043375" y="1265975"/>
            <a:ext cx="7305300" cy="365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700">
                <a:solidFill>
                  <a:schemeClr val="dk1"/>
                </a:solidFill>
                <a:latin typeface="Advent Pro"/>
                <a:ea typeface="Advent Pro"/>
                <a:cs typeface="Advent Pro"/>
                <a:sym typeface="Advent Pro"/>
              </a:rPr>
              <a:t>[1] R. Report, “18pc increase in phishing attempts noted during 2024,” Brecorder, Feb. 27, 2025. [Online]. Available: </a:t>
            </a:r>
            <a:r>
              <a:rPr lang="en" sz="1700" u="sng">
                <a:solidFill>
                  <a:schemeClr val="hlink"/>
                </a:solidFill>
                <a:latin typeface="Advent Pro"/>
                <a:ea typeface="Advent Pro"/>
                <a:cs typeface="Advent Pro"/>
                <a:sym typeface="Advent Pro"/>
                <a:hlinkClick r:id="rId4"/>
              </a:rPr>
              <a:t>https://www.brecorder.com/news/40350307/18pc-increase-in-phishing-attempts-noted-during-2024</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[2] K. Ahmed, “Study shows 91% Pakistani consumers to be at risk of responding to online scammers,” Arab News, Sep. 12, 2023. [Online]. Available: </a:t>
            </a:r>
            <a:r>
              <a:rPr lang="en" sz="1700" u="sng">
                <a:solidFill>
                  <a:schemeClr val="hlink"/>
                </a:solidFill>
                <a:latin typeface="Advent Pro"/>
                <a:ea typeface="Advent Pro"/>
                <a:cs typeface="Advent Pro"/>
                <a:sym typeface="Advent Pro"/>
                <a:hlinkClick r:id="rId5"/>
              </a:rPr>
              <a:t>https://www.arabnews.com/node/2372011/pakistan</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[3] S. Kausar and A. R. Laghari, “Social engineering attacks in Pakistan: Analyzing the weakest link in cyber security,” </a:t>
            </a:r>
            <a:r>
              <a:rPr lang="en" sz="1700" u="sng">
                <a:solidFill>
                  <a:schemeClr val="hlink"/>
                </a:solidFill>
                <a:latin typeface="Advent Pro"/>
                <a:ea typeface="Advent Pro"/>
                <a:cs typeface="Advent Pro"/>
                <a:sym typeface="Advent Pro"/>
                <a:hlinkClick r:id="rId6"/>
              </a:rPr>
              <a:t>ojs.jdss.org.pk</a:t>
            </a:r>
            <a:r>
              <a:rPr lang="en" sz="1700">
                <a:solidFill>
                  <a:schemeClr val="dk1"/>
                </a:solidFill>
                <a:latin typeface="Advent Pro"/>
                <a:ea typeface="Advent Pro"/>
                <a:cs typeface="Advent Pro"/>
                <a:sym typeface="Advent Pro"/>
              </a:rPr>
              <a:t> , Feb. 2025, doi: 10.47205/jdss.2025(6-I)32.</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[4] M. R. Shad, “Cyber Threat Landscape and Readiness Challenge of Pakistan,” *Strategic Studies*, vol. 39, no. 1, pp. 1–19, 2019. [Online]. Available: </a:t>
            </a:r>
            <a:r>
              <a:rPr lang="en" sz="1700" u="sng">
                <a:solidFill>
                  <a:schemeClr val="hlink"/>
                </a:solidFill>
                <a:latin typeface="Advent Pro"/>
                <a:ea typeface="Advent Pro"/>
                <a:cs typeface="Advent Pro"/>
                <a:sym typeface="Advent Pro"/>
                <a:hlinkClick r:id="rId7"/>
              </a:rPr>
              <a:t>https://www.issi.org.pk/wp-content/uploads/2019/04/1-SS_Muhammad_Riaz_Shad_No-1_2019.pdf</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t/>
            </a:r>
            <a:endParaRPr sz="1700">
              <a:solidFill>
                <a:schemeClr val="dk1"/>
              </a:solidFill>
              <a:latin typeface="Advent Pro"/>
              <a:ea typeface="Advent Pro"/>
              <a:cs typeface="Advent Pro"/>
              <a:sym typeface="Advent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4" name="Shape 3954"/>
        <p:cNvGrpSpPr/>
        <p:nvPr/>
      </p:nvGrpSpPr>
      <p:grpSpPr>
        <a:xfrm>
          <a:off x="0" y="0"/>
          <a:ext cx="0" cy="0"/>
          <a:chOff x="0" y="0"/>
          <a:chExt cx="0" cy="0"/>
        </a:xfrm>
      </p:grpSpPr>
      <p:sp>
        <p:nvSpPr>
          <p:cNvPr id="3955" name="Google Shape;3955;p59"/>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pic>
        <p:nvPicPr>
          <p:cNvPr id="3956" name="Google Shape;3956;p59"/>
          <p:cNvPicPr preferRelativeResize="0"/>
          <p:nvPr/>
        </p:nvPicPr>
        <p:blipFill>
          <a:blip r:embed="rId3">
            <a:alphaModFix/>
          </a:blip>
          <a:stretch>
            <a:fillRect/>
          </a:stretch>
        </p:blipFill>
        <p:spPr>
          <a:xfrm>
            <a:off x="165249" y="111063"/>
            <a:ext cx="1096325" cy="786076"/>
          </a:xfrm>
          <a:prstGeom prst="rect">
            <a:avLst/>
          </a:prstGeom>
          <a:noFill/>
          <a:ln>
            <a:noFill/>
          </a:ln>
        </p:spPr>
      </p:pic>
      <p:sp>
        <p:nvSpPr>
          <p:cNvPr id="3957" name="Google Shape;3957;p59"/>
          <p:cNvSpPr txBox="1"/>
          <p:nvPr/>
        </p:nvSpPr>
        <p:spPr>
          <a:xfrm>
            <a:off x="1029700" y="1731075"/>
            <a:ext cx="7305300" cy="266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700">
                <a:solidFill>
                  <a:schemeClr val="dk1"/>
                </a:solidFill>
                <a:latin typeface="Advent Pro"/>
                <a:ea typeface="Advent Pro"/>
                <a:cs typeface="Advent Pro"/>
                <a:sym typeface="Advent Pro"/>
              </a:rPr>
              <a:t>[5]J. Rizvi, “Cyber threats in Pakistan’s finance sector surge by 114pc in 2024: report,” The News International, Nov. 18, 2024. [Online]. Available: </a:t>
            </a:r>
            <a:r>
              <a:rPr lang="en" sz="1700" u="sng">
                <a:solidFill>
                  <a:schemeClr val="hlink"/>
                </a:solidFill>
                <a:latin typeface="Advent Pro"/>
                <a:ea typeface="Advent Pro"/>
                <a:cs typeface="Advent Pro"/>
                <a:sym typeface="Advent Pro"/>
                <a:hlinkClick r:id="rId4"/>
              </a:rPr>
              <a:t>https://www.thenews.com.pk/print/1252393-cyber-threats-in-pakistan-s-finance-sector-surge-by-114pc-in-2024-report</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[6] CanIPhish, “Simulate phishing threats &amp; train your employees | CanIPhIsh,” CanIPhish. </a:t>
            </a:r>
            <a:r>
              <a:rPr lang="en" sz="1700" u="sng">
                <a:solidFill>
                  <a:schemeClr val="hlink"/>
                </a:solidFill>
                <a:latin typeface="Advent Pro"/>
                <a:ea typeface="Advent Pro"/>
                <a:cs typeface="Advent Pro"/>
                <a:sym typeface="Advent Pro"/>
                <a:hlinkClick r:id="rId5"/>
              </a:rPr>
              <a:t>https://caniphish.com/</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[7] “TryHackMe | Cyber Security Training,” TryHackMe. </a:t>
            </a:r>
            <a:r>
              <a:rPr lang="en" sz="1700" u="sng">
                <a:solidFill>
                  <a:schemeClr val="hlink"/>
                </a:solidFill>
                <a:latin typeface="Advent Pro"/>
                <a:ea typeface="Advent Pro"/>
                <a:cs typeface="Advent Pro"/>
                <a:sym typeface="Advent Pro"/>
                <a:hlinkClick r:id="rId6"/>
              </a:rPr>
              <a:t>https://tryhackme.com/</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[8] J. Wright, “GoPhish - Open Source Phishing Framework.” </a:t>
            </a:r>
            <a:r>
              <a:rPr lang="en" sz="1700" u="sng">
                <a:solidFill>
                  <a:schemeClr val="hlink"/>
                </a:solidFill>
                <a:latin typeface="Advent Pro"/>
                <a:ea typeface="Advent Pro"/>
                <a:cs typeface="Advent Pro"/>
                <a:sym typeface="Advent Pro"/>
                <a:hlinkClick r:id="rId7"/>
              </a:rPr>
              <a:t>https://getgophish.com/</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rPr lang="en" sz="1700">
                <a:solidFill>
                  <a:schemeClr val="dk1"/>
                </a:solidFill>
                <a:latin typeface="Advent Pro"/>
                <a:ea typeface="Advent Pro"/>
                <a:cs typeface="Advent Pro"/>
                <a:sym typeface="Advent Pro"/>
              </a:rPr>
              <a:t>[9]Guardey, “Guardey | Security Awareness Training,” Guardey, May 27, 2025. </a:t>
            </a:r>
            <a:r>
              <a:rPr lang="en" sz="1700" u="sng">
                <a:solidFill>
                  <a:schemeClr val="hlink"/>
                </a:solidFill>
                <a:latin typeface="Advent Pro"/>
                <a:ea typeface="Advent Pro"/>
                <a:cs typeface="Advent Pro"/>
                <a:sym typeface="Advent Pro"/>
                <a:hlinkClick r:id="rId8"/>
              </a:rPr>
              <a:t>https://www.guardey.com/</a:t>
            </a:r>
            <a:endParaRPr sz="1700">
              <a:solidFill>
                <a:schemeClr val="dk1"/>
              </a:solidFill>
              <a:latin typeface="Advent Pro"/>
              <a:ea typeface="Advent Pro"/>
              <a:cs typeface="Advent Pro"/>
              <a:sym typeface="Advent Pro"/>
            </a:endParaRPr>
          </a:p>
          <a:p>
            <a:pPr indent="0" lvl="0" marL="0" rtl="0" algn="just">
              <a:spcBef>
                <a:spcPts val="0"/>
              </a:spcBef>
              <a:spcAft>
                <a:spcPts val="0"/>
              </a:spcAft>
              <a:buNone/>
            </a:pPr>
            <a:r>
              <a:t/>
            </a:r>
            <a:endParaRPr sz="1700">
              <a:solidFill>
                <a:schemeClr val="dk1"/>
              </a:solidFill>
              <a:latin typeface="Advent Pro"/>
              <a:ea typeface="Advent Pro"/>
              <a:cs typeface="Advent Pro"/>
              <a:sym typeface="Advent Pr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1" name="Shape 3961"/>
        <p:cNvGrpSpPr/>
        <p:nvPr/>
      </p:nvGrpSpPr>
      <p:grpSpPr>
        <a:xfrm>
          <a:off x="0" y="0"/>
          <a:ext cx="0" cy="0"/>
          <a:chOff x="0" y="0"/>
          <a:chExt cx="0" cy="0"/>
        </a:xfrm>
      </p:grpSpPr>
      <p:grpSp>
        <p:nvGrpSpPr>
          <p:cNvPr id="3962" name="Google Shape;3962;p60"/>
          <p:cNvGrpSpPr/>
          <p:nvPr/>
        </p:nvGrpSpPr>
        <p:grpSpPr>
          <a:xfrm rot="5400000">
            <a:off x="2024953" y="4192723"/>
            <a:ext cx="2227589" cy="726958"/>
            <a:chOff x="6972150" y="711750"/>
            <a:chExt cx="1039375" cy="339193"/>
          </a:xfrm>
        </p:grpSpPr>
        <p:sp>
          <p:nvSpPr>
            <p:cNvPr id="3963" name="Google Shape;3963;p60"/>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60"/>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60"/>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60"/>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60"/>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60"/>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60"/>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60"/>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60"/>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60"/>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60"/>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60"/>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60"/>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60"/>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60"/>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60"/>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60"/>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60"/>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60"/>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60"/>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60"/>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60"/>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60"/>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60"/>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60"/>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60"/>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60"/>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60"/>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60"/>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60"/>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60"/>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60"/>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5" name="Google Shape;3995;p60"/>
          <p:cNvSpPr txBox="1"/>
          <p:nvPr>
            <p:ph type="title"/>
          </p:nvPr>
        </p:nvSpPr>
        <p:spPr>
          <a:xfrm>
            <a:off x="4283900" y="975100"/>
            <a:ext cx="4146600" cy="308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grpSp>
        <p:nvGrpSpPr>
          <p:cNvPr id="3996" name="Google Shape;3996;p60"/>
          <p:cNvGrpSpPr/>
          <p:nvPr/>
        </p:nvGrpSpPr>
        <p:grpSpPr>
          <a:xfrm flipH="1">
            <a:off x="620905" y="607928"/>
            <a:ext cx="2227589" cy="1527191"/>
            <a:chOff x="5519300" y="372750"/>
            <a:chExt cx="1039375" cy="712575"/>
          </a:xfrm>
        </p:grpSpPr>
        <p:sp>
          <p:nvSpPr>
            <p:cNvPr id="3997" name="Google Shape;3997;p60"/>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60"/>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60"/>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60"/>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60"/>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60"/>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60"/>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60"/>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60"/>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60"/>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60"/>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60"/>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60"/>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60"/>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60"/>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60"/>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60"/>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60"/>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60"/>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60"/>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60"/>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60"/>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60"/>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60"/>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60"/>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60"/>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60"/>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60"/>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60"/>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60"/>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60"/>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60"/>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60"/>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60"/>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60"/>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60"/>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60"/>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60"/>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60"/>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60"/>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60"/>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60"/>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60"/>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60"/>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60"/>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60"/>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60"/>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60"/>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60"/>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60"/>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60"/>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60"/>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60"/>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60"/>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60"/>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60"/>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60"/>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60"/>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60"/>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60"/>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60"/>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60"/>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60"/>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60"/>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60"/>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60"/>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60"/>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064" name="Google Shape;4064;p60"/>
          <p:cNvPicPr preferRelativeResize="0"/>
          <p:nvPr/>
        </p:nvPicPr>
        <p:blipFill>
          <a:blip r:embed="rId3">
            <a:alphaModFix/>
          </a:blip>
          <a:stretch>
            <a:fillRect/>
          </a:stretch>
        </p:blipFill>
        <p:spPr>
          <a:xfrm>
            <a:off x="1732774" y="1635148"/>
            <a:ext cx="1602225" cy="2026830"/>
          </a:xfrm>
          <a:prstGeom prst="rect">
            <a:avLst/>
          </a:prstGeom>
          <a:noFill/>
          <a:ln>
            <a:noFill/>
          </a:ln>
        </p:spPr>
      </p:pic>
      <p:pic>
        <p:nvPicPr>
          <p:cNvPr id="4065" name="Google Shape;4065;p60"/>
          <p:cNvPicPr preferRelativeResize="0"/>
          <p:nvPr/>
        </p:nvPicPr>
        <p:blipFill>
          <a:blip r:embed="rId4">
            <a:alphaModFix/>
          </a:blip>
          <a:stretch>
            <a:fillRect/>
          </a:stretch>
        </p:blipFill>
        <p:spPr>
          <a:xfrm>
            <a:off x="768550" y="2909200"/>
            <a:ext cx="1006125" cy="1327069"/>
          </a:xfrm>
          <a:prstGeom prst="rect">
            <a:avLst/>
          </a:prstGeom>
          <a:noFill/>
          <a:ln>
            <a:noFill/>
          </a:ln>
        </p:spPr>
      </p:pic>
      <p:pic>
        <p:nvPicPr>
          <p:cNvPr id="4066" name="Google Shape;4066;p60"/>
          <p:cNvPicPr preferRelativeResize="0"/>
          <p:nvPr/>
        </p:nvPicPr>
        <p:blipFill>
          <a:blip r:embed="rId5">
            <a:alphaModFix/>
          </a:blip>
          <a:stretch>
            <a:fillRect/>
          </a:stretch>
        </p:blipFill>
        <p:spPr>
          <a:xfrm>
            <a:off x="2044851" y="3877792"/>
            <a:ext cx="1209725" cy="867412"/>
          </a:xfrm>
          <a:prstGeom prst="rect">
            <a:avLst/>
          </a:prstGeom>
          <a:noFill/>
          <a:ln>
            <a:noFill/>
          </a:ln>
        </p:spPr>
      </p:pic>
      <p:pic>
        <p:nvPicPr>
          <p:cNvPr id="4067" name="Google Shape;4067;p60"/>
          <p:cNvPicPr preferRelativeResize="0"/>
          <p:nvPr/>
        </p:nvPicPr>
        <p:blipFill>
          <a:blip r:embed="rId5">
            <a:alphaModFix/>
          </a:blip>
          <a:stretch>
            <a:fillRect/>
          </a:stretch>
        </p:blipFill>
        <p:spPr>
          <a:xfrm>
            <a:off x="362050" y="1593172"/>
            <a:ext cx="1209725" cy="867400"/>
          </a:xfrm>
          <a:prstGeom prst="rect">
            <a:avLst/>
          </a:prstGeom>
          <a:noFill/>
          <a:ln>
            <a:noFill/>
          </a:ln>
        </p:spPr>
      </p:pic>
      <p:pic>
        <p:nvPicPr>
          <p:cNvPr id="4068" name="Google Shape;4068;p60"/>
          <p:cNvPicPr preferRelativeResize="0"/>
          <p:nvPr/>
        </p:nvPicPr>
        <p:blipFill>
          <a:blip r:embed="rId5">
            <a:alphaModFix/>
          </a:blip>
          <a:stretch>
            <a:fillRect/>
          </a:stretch>
        </p:blipFill>
        <p:spPr>
          <a:xfrm>
            <a:off x="2275471" y="736700"/>
            <a:ext cx="1602225" cy="1148801"/>
          </a:xfrm>
          <a:prstGeom prst="rect">
            <a:avLst/>
          </a:prstGeom>
          <a:noFill/>
          <a:ln>
            <a:noFill/>
          </a:ln>
        </p:spPr>
      </p:pic>
      <p:grpSp>
        <p:nvGrpSpPr>
          <p:cNvPr id="4069" name="Google Shape;4069;p60"/>
          <p:cNvGrpSpPr/>
          <p:nvPr/>
        </p:nvGrpSpPr>
        <p:grpSpPr>
          <a:xfrm>
            <a:off x="7721255" y="539314"/>
            <a:ext cx="709249" cy="339196"/>
            <a:chOff x="5265975" y="1869575"/>
            <a:chExt cx="269400" cy="128825"/>
          </a:xfrm>
        </p:grpSpPr>
        <p:cxnSp>
          <p:nvCxnSpPr>
            <p:cNvPr id="4070" name="Google Shape;4070;p60"/>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4071" name="Google Shape;4071;p60"/>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4072" name="Google Shape;4072;p60"/>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4073" name="Google Shape;4073;p60"/>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4074" name="Google Shape;4074;p60"/>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078" name="Shape 4078"/>
        <p:cNvGrpSpPr/>
        <p:nvPr/>
      </p:nvGrpSpPr>
      <p:grpSpPr>
        <a:xfrm>
          <a:off x="0" y="0"/>
          <a:ext cx="0" cy="0"/>
          <a:chOff x="0" y="0"/>
          <a:chExt cx="0" cy="0"/>
        </a:xfrm>
      </p:grpSpPr>
      <p:pic>
        <p:nvPicPr>
          <p:cNvPr id="4079" name="Google Shape;4079;p61">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yber Security Kill Chain by Slidesgo">
  <a:themeElements>
    <a:clrScheme name="Simple Light">
      <a:dk1>
        <a:srgbClr val="FFFFFF"/>
      </a:dk1>
      <a:lt1>
        <a:srgbClr val="00394B"/>
      </a:lt1>
      <a:dk2>
        <a:srgbClr val="002530"/>
      </a:dk2>
      <a:lt2>
        <a:srgbClr val="006F80"/>
      </a:lt2>
      <a:accent1>
        <a:srgbClr val="1090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